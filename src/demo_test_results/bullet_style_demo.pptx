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t>This is a paragraph without any bullet style (default) This is a paragraph without any bullet style (default)</a:t>
            </a:r>
          </a:p>
          <a:p>
            <a:pPr marL="114300" indent="-114300">
              <a:spcBef>
                <a:spcPts val="300"/>
              </a:spcBef>
              <a:buChar char="•"/>
              <a:defRPr sz="700"/>
            </a:pPr>
            <a:r>
              <a:t>$XXk annual software spend, split by XX per segment This is a paragraph without any bullet style (default) This is a paragraph without any bu This is a paragraph without any bullet style (default) This is a paragraph without any bullet style (default)llet style (default) This is a paragraph without any bullet style (default)</a:t>
            </a:r>
          </a:p>
          <a:p>
            <a:pPr marL="114300" indent="-114300">
              <a:spcBef>
                <a:spcPts val="300"/>
              </a:spcBef>
              <a:buChar char="•"/>
              <a:defRPr sz="700"/>
            </a:pPr>
            <a:r>
              <a:t>Cost breakdown by department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</a:t>
            </a:r>
          </a:p>
          <a:p>
            <a:pPr lvl="2" marL="342900" indent="-114300">
              <a:spcBef>
                <a:spcPts val="300"/>
              </a:spcBef>
              <a:buChar char="•"/>
              <a:defRPr sz="700"/>
            </a:pPr>
            <a:r>
              <a:t>INDENTED cost breakdown by department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</a:t>
            </a:r>
          </a:p>
          <a:p>
            <a:pPr marL="114300" indent="-114300">
              <a:spcBef>
                <a:spcPts val="300"/>
              </a:spcBef>
              <a:buAutoNum type="arabicPeriod"/>
              <a:defRPr sz="700"/>
            </a:pPr>
            <a:r>
              <a:t>First action item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 This is a paragraph without any bullet style (default)</a:t>
            </a:r>
          </a:p>
          <a:p>
            <a:pPr marL="114300" indent="-114300">
              <a:spcBef>
                <a:spcPts val="300"/>
              </a:spcBef>
              <a:buAutoNum type="arabicPeriod"/>
              <a:defRPr sz="700"/>
            </a:pPr>
            <a:r>
              <a:t>Second action item</a:t>
            </a:r>
          </a:p>
          <a:p>
            <a:pPr lvl="1" marL="228600" indent="-114300">
              <a:spcBef>
                <a:spcPts val="300"/>
              </a:spcBef>
              <a:buChar char="•"/>
              <a:defRPr sz="700"/>
            </a:pPr>
            <a:r>
              <a:t>Level 1 sub-item - notice increased indentation</a:t>
            </a:r>
          </a:p>
          <a:p>
            <a:pPr lvl="2" marL="342900" indent="-114300">
              <a:spcBef>
                <a:spcPts val="300"/>
              </a:spcBef>
              <a:buChar char="•"/>
              <a:defRPr sz="700"/>
            </a:pPr>
            <a:r>
              <a:t>Level 2 sub-item - even more indentation</a:t>
            </a:r>
          </a:p>
          <a:p>
            <a:pPr marL="114300" indent="-114300">
              <a:spcBef>
                <a:spcPts val="300"/>
              </a:spcBef>
              <a:buChar char="•"/>
              <a:defRPr sz="700"/>
            </a:pPr>
          </a:p>
          <a:p>
            <a:pPr>
              <a:defRPr sz="700"/>
            </a:pPr>
            <a:r>
              <a:t>This is a paragraph without any bullet style (default)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
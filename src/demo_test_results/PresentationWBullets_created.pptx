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My Bullet List Demo</a:t>
            </a:r>
          </a:p>
          <a:p>
            <a:pPr marL="114300" indent="-114300">
              <a:spcBef>
                <a:spcPts val="600"/>
              </a:spcBef>
              <a:buChar char="•"/>
              <a:defRPr sz="1800"/>
            </a:pPr>
            <a:r>
              <a:t>First bullet point</a:t>
            </a:r>
          </a:p>
          <a:p>
            <a:pPr marL="114300" indent="-114300">
              <a:spcBef>
                <a:spcPts val="600"/>
              </a:spcBef>
              <a:buChar char="•"/>
              <a:defRPr sz="1800"/>
            </a:pPr>
            <a:r>
              <a:t>Second bullet point</a:t>
            </a:r>
          </a:p>
          <a:p>
            <a:pPr marL="228600" indent="-114300" lvl="1">
              <a:spcBef>
                <a:spcPts val="600"/>
              </a:spcBef>
              <a:buChar char="•"/>
              <a:defRPr sz="1600"/>
            </a:pPr>
            <a:r>
              <a:t>Sub-item under second</a:t>
            </a:r>
          </a:p>
          <a:p>
            <a:pPr marL="342900" indent="-114300" lvl="2">
              <a:spcBef>
                <a:spcPts val="600"/>
              </a:spcBef>
              <a:buChar char="•"/>
              <a:defRPr sz="1600"/>
            </a:pPr>
            <a:r>
              <a:t>Another sub-item</a:t>
            </a:r>
          </a:p>
          <a:p>
            <a:pPr marL="228600" indent="-114300" lvl="1">
              <a:spcBef>
                <a:spcPts val="600"/>
              </a:spcBef>
              <a:buChar char="•"/>
              <a:defRPr sz="1600"/>
            </a:pPr>
            <a:r>
              <a:t>Another sub-item</a:t>
            </a:r>
          </a:p>
          <a:p>
            <a:pPr marL="114300" indent="-114300">
              <a:spcBef>
                <a:spcPts val="600"/>
              </a:spcBef>
              <a:buChar char="•"/>
              <a:defRPr sz="1800"/>
            </a:pPr>
            <a:r>
              <a:t>Back to main level</a:t>
            </a:r>
          </a:p>
          <a:p>
            <a:pPr marL="114300" indent="-114300">
              <a:spcBef>
                <a:spcPts val="600"/>
              </a:spcBef>
              <a:buAutoNum type="arabicPeriod"/>
              <a:defRPr sz="1800"/>
            </a:pPr>
            <a:r>
              <a:t>First numbered item</a:t>
            </a:r>
          </a:p>
          <a:p>
            <a:pPr marL="228600" indent="-114300" lvl="1">
              <a:spcBef>
                <a:spcPts val="600"/>
              </a:spcBef>
              <a:buAutoNum type="arabicPeriod"/>
              <a:defRPr sz="1600"/>
            </a:pPr>
            <a:r>
              <a:t>Second numbered item</a:t>
            </a:r>
          </a:p>
          <a:p>
            <a:pPr marL="342900" indent="-114300" lvl="2">
              <a:spcBef>
                <a:spcPts val="600"/>
              </a:spcBef>
              <a:buAutoNum type="arabicPeriod"/>
              <a:defRPr sz="1600"/>
            </a:pPr>
            <a:r>
              <a:t>Third numbered item</a:t>
            </a:r>
          </a:p>
          <a:p>
            <a:pPr>
              <a:spcBef>
                <a:spcPts val="600"/>
              </a:spcBef>
              <a:defRPr sz="1800"/>
            </a:pPr>
            <a:r>
              <a:t>Plain text paragraph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
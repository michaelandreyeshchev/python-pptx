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937B-731A-A23C-431A-36BAC2212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41DBD-F7D3-26DE-239B-2E651CE9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8EE5-4A90-14E9-E7BB-6C2ADC14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238C-CF1D-D6E1-94B3-4F2E96B6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1387-130C-A3DA-67CF-05414105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5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1E12-3346-37DB-E0A6-20D4DDE2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C450-32A7-7E0B-8EC7-C14B1CDF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1BFFB-3D30-4465-9F83-2AE71EE8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D3662-8F0E-5991-2388-E3C92F13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94E5-95E5-66C5-A7B7-CAF43B58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6E1B-5F3B-0433-4846-E61CAF25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B6CB2-F24C-F0E8-24C0-286CA974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B6DD-12D8-DDED-BA03-FC74F38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A693-C82C-5181-9D27-6E0DA289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E3E3-240B-6361-33E7-6A702CCA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2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3D10-65E5-F647-C4CC-341FE056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4F4C1-59E8-109F-1738-8B0A692F6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8E8F-8F44-3EC3-82EE-D6E59733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A0DF-4A8F-AD0A-076F-DCB565EC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FB01D-30DA-C06E-9B97-B56BEFE6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34A9D-1C63-7303-AAF2-F73BBE8A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9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6B22-C089-228A-6C26-722FC9D2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F5788-1816-06A7-4782-60118852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7021D-0791-44A7-0888-AA7429E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25D2-DA9E-5E3A-365B-390AF0E0F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E17D9-9FBF-A91F-BBC5-0ECB6F15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AFC18-2A4E-EA13-2A68-4EF076FD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E085C-4562-3B37-B437-72F18340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2AF39-FC6D-53BC-BF10-C0E2C778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7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7F0-B420-F3F3-7E1E-482DC3B6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9FDAF-8EE0-4D99-1CD4-A81682FC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25AD2-C3AB-D7CC-4BAE-319C13D4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CD167-3D25-1C72-23AB-C63E5C27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5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5A75F-8A2D-E188-98C4-BB4BEF40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2D202-4448-9EC1-536C-3581F354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2465C-AA72-8DD2-24E2-031F173E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6E85-3C47-F66C-116D-48BA4C5A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158D-8576-0904-7913-522E60DA8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C1329-D20D-DDA9-1853-A80B6841D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EBF2D-9A25-B4DF-5474-35CDB983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C8B46-7BC1-A1DA-5059-38A14BFE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CB746-6855-E52B-C64B-3AF69C79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03-E122-57BC-54EE-C9BE2448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1792F-80B5-53A6-8E11-54372E660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4C859-0751-1618-8300-714B17CF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24F19-C25F-5F0A-D1DA-1D8A7AE8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AACF-E2E8-E9F4-39D6-ED1299E9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62EA9-3F35-925D-C5E1-ED15B294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34B9-8901-8171-B0CF-F91E64FD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382B-6047-0B95-7193-2272BB4B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DB3A-173B-C49D-1B8A-68558CC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7F48-29E4-60B6-A1D5-3ED38D14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ABDB-C13A-460F-7C3B-D701A4C8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6F674-CE88-45E1-3052-BF9EA5AD3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79A82-407F-F280-8505-F26B77A13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7E91E-2618-B4C5-91A7-68DC0590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15FCD-8BA9-A0A5-687A-593D020C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5054A-256D-7C3C-3D5B-D2C25C83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36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D2D0FA3-1941-56AF-DCD6-385BC482A9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858892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7D3A1-D7AC-B4A7-A81E-4336C8BE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CF25-A8A5-A5A1-7CB1-E39645897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FA20-AF4E-5E48-C688-222D9756D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30836-8B70-F302-9141-A9A2A5720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C264D-C954-C483-3186-BD94CD4A1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3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310F01A-1DC9-941A-3020-A996E4D7F1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84486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76DE05-B2DB-FB83-0403-F9EC5520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pPr/>
            <a:r>
              <a:rPr lang="en-US" dirty="0"/>
              <a:t>Bullet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235B8-D9D6-AED1-C76B-970D8B3DC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2</a:t>
            </a:r>
          </a:p>
        </p:txBody>
      </p:sp>
    </p:spTree>
    <p:extLst>
      <p:ext uri="{BB962C8B-B14F-4D97-AF65-F5344CB8AC3E}">
        <p14:creationId xmlns:p14="http://schemas.microsoft.com/office/powerpoint/2010/main" val="1915117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Bullet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 Ho</dc:creator>
  <cp:lastModifiedBy>Sheng Ho</cp:lastModifiedBy>
  <cp:revision>2</cp:revision>
  <dcterms:created xsi:type="dcterms:W3CDTF">2025-12-10T06:56:28Z</dcterms:created>
  <dcterms:modified xsi:type="dcterms:W3CDTF">2025-12-10T06:57:02Z</dcterms:modified>
</cp:coreProperties>
</file>
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8937B-731A-A23C-431A-36BAC22128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241DBD-F7D3-26DE-239B-2E651CE986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38EE5-4A90-14E9-E7BB-6C2ADC14E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0F4AD-D214-8E41-A757-730C7834FA9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8238C-CF1D-D6E1-94B3-4F2E96B6D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71387-130C-A3DA-67CF-054141055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4C476-32D0-AE46-AD40-787A166B2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750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C1E12-3346-37DB-E0A6-20D4DDE22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2C450-32A7-7E0B-8EC7-C14B1CDFA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1BFFB-3D30-4465-9F83-2AE71EE84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0F4AD-D214-8E41-A757-730C7834FA9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D3662-8F0E-5991-2388-E3C92F130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994E5-95E5-66C5-A7B7-CAF43B587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4C476-32D0-AE46-AD40-787A166B2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212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A6E1B-5F3B-0433-4846-E61CAF25F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B6CB2-F24C-F0E8-24C0-286CA974C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6B6DD-12D8-DDED-BA03-FC74F383C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0F4AD-D214-8E41-A757-730C7834FA9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9A693-C82C-5181-9D27-6E0DA2895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AE3E3-240B-6361-33E7-6A702CCA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4C476-32D0-AE46-AD40-787A166B2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429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53D10-65E5-F647-C4CC-341FE056A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4F4C1-59E8-109F-1738-8B0A692F6B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4C8E8F-8F44-3EC3-82EE-D6E59733E6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EEA0DF-4A8F-AD0A-076F-DCB565EC0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0F4AD-D214-8E41-A757-730C7834FA9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8FB01D-30DA-C06E-9B97-B56BEFE68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834A9D-1C63-7303-AAF2-F73BBE8A3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4C476-32D0-AE46-AD40-787A166B2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396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B6B22-C089-228A-6C26-722FC9D2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1F5788-1816-06A7-4782-601188528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37021D-0791-44A7-0888-AA7429E0DE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E725D2-DA9E-5E3A-365B-390AF0E0F2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7E17D9-9FBF-A91F-BBC5-0ECB6F15B3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8AFC18-2A4E-EA13-2A68-4EF076FD7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0F4AD-D214-8E41-A757-730C7834FA9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2E085C-4562-3B37-B437-72F183400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D2AF39-FC6D-53BC-BF10-C0E2C7789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4C476-32D0-AE46-AD40-787A166B2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473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7F0-B420-F3F3-7E1E-482DC3B6C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59FDAF-8EE0-4D99-1CD4-A81682FC4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0F4AD-D214-8E41-A757-730C7834FA9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125AD2-C3AB-D7CC-4BAE-319C13D4F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1CD167-3D25-1C72-23AB-C63E5C279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4C476-32D0-AE46-AD40-787A166B2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555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45A75F-8A2D-E188-98C4-BB4BEF400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0F4AD-D214-8E41-A757-730C7834FA9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02D202-4448-9EC1-536C-3581F354F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2465C-AA72-8DD2-24E2-031F173EC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4C476-32D0-AE46-AD40-787A166B2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453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26E85-3C47-F66C-116D-48BA4C5A2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1158D-8576-0904-7913-522E60DA8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6C1329-D20D-DDA9-1853-A80B6841DD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0EBF2D-9A25-B4DF-5474-35CDB9838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0F4AD-D214-8E41-A757-730C7834FA9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DC8B46-7BC1-A1DA-5059-38A14BFEC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3CB746-6855-E52B-C64B-3AF69C797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4C476-32D0-AE46-AD40-787A166B2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808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61703-E122-57BC-54EE-C9BE24485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D1792F-80B5-53A6-8E11-54372E660A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44C859-0751-1618-8300-714B17CF6C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B24F19-C25F-5F0A-D1DA-1D8A7AE8A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0F4AD-D214-8E41-A757-730C7834FA9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EDAACF-E2E8-E9F4-39D6-ED1299E99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662EA9-3F35-925D-C5E1-ED15B2941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4C476-32D0-AE46-AD40-787A166B2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64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A34B9-8901-8171-B0CF-F91E64FD4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C8382B-6047-0B95-7193-2272BB4B1B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2DB3A-173B-C49D-1B8A-68558CCB8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0F4AD-D214-8E41-A757-730C7834FA9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E7F48-29E4-60B6-A1D5-3ED38D140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CABDB-C13A-460F-7C3B-D701A4C8E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4C476-32D0-AE46-AD40-787A166B2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964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A6F674-CE88-45E1-3052-BF9EA5AD3C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979A82-407F-F280-8505-F26B77A134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7E91E-2618-B4C5-91A7-68DC05907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0F4AD-D214-8E41-A757-730C7834FA9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15FCD-8BA9-A0A5-687A-593D020CA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5054A-256D-7C3C-3D5B-D2C25C830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4C476-32D0-AE46-AD40-787A166B2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236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tags" Target="../tags/tag1.xml"/><Relationship Id="rId14" Type="http://schemas.openxmlformats.org/officeDocument/2006/relationships/oleObject" Target="../embeddings/oleObject1.bin"/><Relationship Id="rId15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4D2D0FA3-1941-56AF-DCD6-385BC482A99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68588927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7772400" imgH="10058400" progId="TCLayout.ActiveDocument.1">
                  <p:embed/>
                </p:oleObj>
              </mc:Choice>
              <mc:Fallback>
                <p:oleObj name="think-cell Slide" r:id="rId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C7D3A1-D7AC-B4A7-A81E-4336C8BEA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2CF25-A8A5-A5A1-7CB1-E39645897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1FA20-AF4E-5E48-C688-222D9756DA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00F4AD-D214-8E41-A757-730C7834FA9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30836-8B70-F302-9141-A9A2A5720B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C264D-C954-C483-3186-BD94CD4A17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84C476-32D0-AE46-AD40-787A166B2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930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310F01A-1DC9-941A-3020-A996E4D7F1E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1844867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576DE05-B2DB-FB83-0403-F9EC5520D0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US" dirty="0"/>
              <a:t>Bullet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6235B8-D9D6-AED1-C76B-970D8B3DCF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Bullet 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Bullet 2</a:t>
            </a:r>
          </a:p>
          <a:p>
            <a:pPr marL="114300" indent="-114300">
              <a:buAutoNum type="arabicPeriod"/>
              <a:defRPr sz="1800"/>
            </a:pPr>
            <a:r>
              <a:t>New numbered item</a:t>
            </a:r>
          </a:p>
          <a:p>
            <a:pPr marL="114300" indent="-114300">
              <a:buChar char="•"/>
              <a:defRPr sz="1800"/>
            </a:pPr>
            <a:r>
              <a:t>Another bullet point</a:t>
            </a:r>
          </a:p>
          <a:p>
            <a:pPr lvl="1" marL="228600" indent="-114300">
              <a:buChar char="•"/>
              <a:defRPr sz="1600"/>
            </a:pPr>
            <a:r>
              <a:t>Indented sub-item</a:t>
            </a:r>
          </a:p>
          <a:p>
            <a:pPr lvl="2" marL="342900" indent="-114300">
              <a:buChar char="•"/>
              <a:defRPr sz="1600"/>
            </a:pPr>
            <a:r>
              <a:t>Another indented sub-item</a:t>
            </a:r>
          </a:p>
          <a:p>
            <a:pPr>
              <a:defRPr sz="1800"/>
            </a:pPr>
            <a:r>
              <a:t>Plain text - no bullet</a:t>
            </a:r>
          </a:p>
        </p:txBody>
      </p:sp>
    </p:spTree>
    <p:extLst>
      <p:ext uri="{BB962C8B-B14F-4D97-AF65-F5344CB8AC3E}">
        <p14:creationId xmlns:p14="http://schemas.microsoft.com/office/powerpoint/2010/main" val="19151178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think-cell Slide</vt:lpstr>
      <vt:lpstr>Bullet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Sheng Ho</dc:creator>
  <cp:lastModifiedBy>Sheng Ho</cp:lastModifiedBy>
  <cp:revision>2</cp:revision>
  <dcterms:created xsi:type="dcterms:W3CDTF">2025-12-10T06:56:28Z</dcterms:created>
  <dcterms:modified xsi:type="dcterms:W3CDTF">2025-12-10T06:57:02Z</dcterms:modified>
</cp:coreProperties>
</file>
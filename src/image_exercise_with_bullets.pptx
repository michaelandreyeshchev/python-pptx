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
  </p:notesMasterIdLst>
  <p:handoutMasterIdLst>
    <p:handoutMasterId r:id="rId4"/>
  </p:handoutMasterIdLst>
  <p:sldIdLst>
    <p:sldId id="2147473412" r:id="rId2"/>
  </p:sldIdLst>
  <p:sldSz cx="12192000" cy="6858000"/>
  <p:notesSz cx="6858000" cy="9144000"/>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88" userDrawn="1">
          <p15:clr>
            <a:srgbClr val="A4A3A4"/>
          </p15:clr>
        </p15:guide>
        <p15:guide id="2" pos="386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8DB590D-FC08-E3EC-4F13-4AF83B99C4A1}" name="Amartya Maheshwari" initials="AM" userId="S::amartya@SolveaAI.onmicrosoft.com::2b2d9851-55db-4d0f-b659-35a0505d17c8" providerId="AD"/>
  <p188:author id="{4309E85F-2F3F-D732-5FE8-2522DA22F06B}" name="Sheng Ho" initials="SH" userId="S::sheng@SolveaAI.onmicrosoft.com::53993d6b-1259-4627-91e2-e7dddf96e8a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EFEFE"/>
    <a:srgbClr val="E5E5FF"/>
    <a:srgbClr val="E4EDFB"/>
    <a:srgbClr val="CDC9FE"/>
    <a:srgbClr val="AD99FF"/>
    <a:srgbClr val="735BE3"/>
    <a:srgbClr val="1A36B4"/>
    <a:srgbClr val="6D9EEB"/>
    <a:srgbClr val="4C6C9C"/>
    <a:srgbClr val="2930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55" autoAdjust="0"/>
    <p:restoredTop sz="94417" autoAdjust="0"/>
  </p:normalViewPr>
  <p:slideViewPr>
    <p:cSldViewPr snapToGrid="0">
      <p:cViewPr varScale="1">
        <p:scale>
          <a:sx n="111" d="100"/>
          <a:sy n="111" d="100"/>
        </p:scale>
        <p:origin x="240" y="552"/>
      </p:cViewPr>
      <p:guideLst>
        <p:guide orient="horz" pos="888"/>
        <p:guide pos="3864"/>
      </p:guideLst>
    </p:cSldViewPr>
  </p:slideViewPr>
  <p:notesTextViewPr>
    <p:cViewPr>
      <p:scale>
        <a:sx n="1" d="1"/>
        <a:sy n="1" d="1"/>
      </p:scale>
      <p:origin x="0" y="0"/>
    </p:cViewPr>
  </p:notesTextViewPr>
  <p:sorterViewPr>
    <p:cViewPr>
      <p:scale>
        <a:sx n="120" d="100"/>
        <a:sy n="120" d="100"/>
      </p:scale>
      <p:origin x="0" y="-5094"/>
    </p:cViewPr>
  </p:sorterViewPr>
  <p:notesViewPr>
    <p:cSldViewPr snapToGrid="0" showGuides="1">
      <p:cViewPr varScale="1">
        <p:scale>
          <a:sx n="68" d="100"/>
          <a:sy n="68" d="100"/>
        </p:scale>
        <p:origin x="2382" y="27"/>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tags" Target="tags/tag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E834ED-5C61-629F-2DE2-F43A73D504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8319C9-A285-CECC-719D-832C4B9BF38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515DEA-9D47-4BCC-811B-21B6D0FD37A6}" type="datetimeFigureOut">
              <a:rPr lang="en-US" smtClean="0"/>
              <a:t>12/4/25</a:t>
            </a:fld>
            <a:endParaRPr lang="en-US"/>
          </a:p>
        </p:txBody>
      </p:sp>
      <p:sp>
        <p:nvSpPr>
          <p:cNvPr id="4" name="Footer Placeholder 3">
            <a:extLst>
              <a:ext uri="{FF2B5EF4-FFF2-40B4-BE49-F238E27FC236}">
                <a16:creationId xmlns:a16="http://schemas.microsoft.com/office/drawing/2014/main" id="{10CA15EA-04BD-BF58-1A7A-B1BB4F0541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F9B1761-DD5B-3F44-F118-B35AE9EF5D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B3D5D7-EB98-4C9E-BA8A-3B09B64BE5C1}" type="slidenum">
              <a:rPr lang="en-US" smtClean="0"/>
              <a:t>‹#›</a:t>
            </a:fld>
            <a:endParaRPr lang="en-US"/>
          </a:p>
        </p:txBody>
      </p:sp>
    </p:spTree>
    <p:extLst>
      <p:ext uri="{BB962C8B-B14F-4D97-AF65-F5344CB8AC3E}">
        <p14:creationId xmlns:p14="http://schemas.microsoft.com/office/powerpoint/2010/main" val="382245471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3T07:23:33.470"/>
    </inkml:context>
    <inkml:brush xml:id="br0">
      <inkml:brushProperty name="width" value="0.03325" units="cm"/>
      <inkml:brushProperty name="height" value="0.03325" units="cm"/>
    </inkml:brush>
  </inkml:definitions>
  <inkml:trace contextRef="#ctx0" brushRef="#br0">1 0 32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3T09:25:39.406"/>
    </inkml:context>
    <inkml:brush xml:id="br0">
      <inkml:brushProperty name="width" value="0.035" units="cm"/>
      <inkml:brushProperty name="height" value="0.035" units="cm"/>
    </inkml:brush>
  </inkml:definitions>
  <inkml:trace contextRef="#ctx0" brushRef="#br0">0 0 32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3T09:25:47.898"/>
    </inkml:context>
    <inkml:brush xml:id="br0">
      <inkml:brushProperty name="width" value="0.035" units="cm"/>
      <inkml:brushProperty name="height" value="0.035" units="cm"/>
    </inkml:brush>
  </inkml:definitions>
  <inkml:trace contextRef="#ctx0" brushRef="#br0">1 1 32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05:57:35.292"/>
    </inkml:context>
    <inkml:brush xml:id="br0">
      <inkml:brushProperty name="width" value="0.035" units="cm"/>
      <inkml:brushProperty name="height" value="0.035" units="cm"/>
    </inkml:brush>
  </inkml:definitions>
  <inkml:trace contextRef="#ctx0" brushRef="#br0">1 1 32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38E044-B3FF-443D-A8E0-2CB7B97A0431}" type="datetimeFigureOut">
              <a:rPr lang="en-US" smtClean="0"/>
              <a:t>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E2AE8-E122-4616-94FA-829A4FD8B131}" type="slidenum">
              <a:rPr lang="en-US" smtClean="0"/>
              <a:t>‹#›</a:t>
            </a:fld>
            <a:endParaRPr lang="en-US"/>
          </a:p>
        </p:txBody>
      </p:sp>
    </p:spTree>
    <p:extLst>
      <p:ext uri="{BB962C8B-B14F-4D97-AF65-F5344CB8AC3E}">
        <p14:creationId xmlns:p14="http://schemas.microsoft.com/office/powerpoint/2010/main" val="1571292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26C9C-7C79-AFA3-D01C-DD38D4EB6A7E}"/>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ED043A6B-041F-5611-299A-E7780D668F5D}"/>
              </a:ext>
            </a:extLst>
          </p:cNvPr>
          <p:cNvSpPr>
            <a:spLocks noGrp="1"/>
          </p:cNvSpPr>
          <p:nvPr>
            <p:ph type="sldNum" sz="quarter" idx="5"/>
          </p:nvPr>
        </p:nvSpPr>
        <p:spPr>
          <a:xfrm>
            <a:off x="3850294" y="9378036"/>
            <a:ext cx="2945862" cy="493097"/>
          </a:xfrm>
          <a:prstGeom prst="rect">
            <a:avLst/>
          </a:prstGeom>
          <a:ln/>
        </p:spPr>
        <p:txBody>
          <a:bodyPr lIns="88230" tIns="44115" rIns="88230" bIns="44115"/>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a typeface="+mn-ea"/>
            </a:endParaRPr>
          </a:p>
        </p:txBody>
      </p:sp>
      <p:sp>
        <p:nvSpPr>
          <p:cNvPr id="49154" name="Rectangle 2">
            <a:extLst>
              <a:ext uri="{FF2B5EF4-FFF2-40B4-BE49-F238E27FC236}">
                <a16:creationId xmlns:a16="http://schemas.microsoft.com/office/drawing/2014/main" id="{5B536F47-72DF-C086-EE46-1AC0104CF9DF}"/>
              </a:ext>
            </a:extLst>
          </p:cNvPr>
          <p:cNvSpPr>
            <a:spLocks noGrp="1" noRot="1" noChangeAspect="1"/>
          </p:cNvSpPr>
          <p:nvPr>
            <p:ph type="sldImg"/>
          </p:nvPr>
        </p:nvSpPr>
        <p:spPr>
          <a:xfrm>
            <a:off x="109538" y="739775"/>
            <a:ext cx="6578600" cy="3702050"/>
          </a:xfrm>
          <a:ln/>
        </p:spPr>
      </p:sp>
      <p:sp>
        <p:nvSpPr>
          <p:cNvPr id="49155" name="Rectangle 3">
            <a:extLst>
              <a:ext uri="{FF2B5EF4-FFF2-40B4-BE49-F238E27FC236}">
                <a16:creationId xmlns:a16="http://schemas.microsoft.com/office/drawing/2014/main" id="{7E77C7B7-CC90-3756-AE33-E43D01D5D1FA}"/>
              </a:ext>
            </a:extLst>
          </p:cNvPr>
          <p:cNvSpPr>
            <a:spLocks noGrp="1"/>
          </p:cNvSpPr>
          <p:nvPr>
            <p:ph type="body" idx="1"/>
          </p:nvPr>
        </p:nvSpPr>
        <p:spPr/>
        <p:txBody>
          <a:bodyPr/>
          <a:lstStyle/>
          <a:p>
            <a:endParaRPr lang="en-US" dirty="0"/>
          </a:p>
        </p:txBody>
      </p:sp>
      <p:sp>
        <p:nvSpPr>
          <p:cNvPr id="2" name="Kopfzeilenplatzhalter 1">
            <a:extLst>
              <a:ext uri="{FF2B5EF4-FFF2-40B4-BE49-F238E27FC236}">
                <a16:creationId xmlns:a16="http://schemas.microsoft.com/office/drawing/2014/main" id="{6936DD49-15FF-92EF-3B06-FC241A365C97}"/>
              </a:ext>
            </a:extLst>
          </p:cNvPr>
          <p:cNvSpPr>
            <a:spLocks noGrp="1"/>
          </p:cNvSpPr>
          <p:nvPr>
            <p:ph type="hdr" sz="quarter" idx="10"/>
          </p:nvPr>
        </p:nvSpPr>
        <p:spPr>
          <a:xfrm>
            <a:off x="0" y="2"/>
            <a:ext cx="2945862" cy="493097"/>
          </a:xfrm>
          <a:prstGeom prst="rect">
            <a:avLst/>
          </a:prstGeom>
        </p:spPr>
        <p:txBody>
          <a:bodyPr lIns="88230" tIns="44115" rIns="88230" bIns="44115"/>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a typeface="+mn-ea"/>
            </a:endParaRPr>
          </a:p>
        </p:txBody>
      </p:sp>
      <p:sp>
        <p:nvSpPr>
          <p:cNvPr id="3" name="Fußzeilenplatzhalter 2">
            <a:extLst>
              <a:ext uri="{FF2B5EF4-FFF2-40B4-BE49-F238E27FC236}">
                <a16:creationId xmlns:a16="http://schemas.microsoft.com/office/drawing/2014/main" id="{8AE48DA6-4DC3-1FE6-EC57-9A145F008E76}"/>
              </a:ext>
            </a:extLst>
          </p:cNvPr>
          <p:cNvSpPr>
            <a:spLocks noGrp="1"/>
          </p:cNvSpPr>
          <p:nvPr>
            <p:ph type="ftr" sz="quarter" idx="1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ea typeface="+mn-ea"/>
            </a:endParaRPr>
          </a:p>
        </p:txBody>
      </p:sp>
    </p:spTree>
    <p:extLst>
      <p:ext uri="{BB962C8B-B14F-4D97-AF65-F5344CB8AC3E}">
        <p14:creationId xmlns:p14="http://schemas.microsoft.com/office/powerpoint/2010/main" val="1286981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slideMaster" Target="../slideMasters/slideMaster1.xml"/><Relationship Id="rId5" Type="http://schemas.openxmlformats.org/officeDocument/2006/relationships/oleObject" Target="../embeddings/oleObject3.bin"/><Relationship Id="rId6"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Master" Target="../slideMasters/slideMaster1.xml"/><Relationship Id="rId4" Type="http://schemas.openxmlformats.org/officeDocument/2006/relationships/oleObject" Target="../embeddings/oleObject5.bin"/><Relationship Id="rId5"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 Id="rId8" Type="http://schemas.openxmlformats.org/officeDocument/2006/relationships/tags" Target="../tags/tag22.xml"/><Relationship Id="rId9" Type="http://schemas.openxmlformats.org/officeDocument/2006/relationships/tags" Target="../tags/tag23.xml"/><Relationship Id="rId10" Type="http://schemas.openxmlformats.org/officeDocument/2006/relationships/tags" Target="../tags/tag24.xml"/><Relationship Id="rId11" Type="http://schemas.openxmlformats.org/officeDocument/2006/relationships/tags" Target="../tags/tag25.xml"/><Relationship Id="rId12" Type="http://schemas.openxmlformats.org/officeDocument/2006/relationships/tags" Target="../tags/tag26.xml"/><Relationship Id="rId13" Type="http://schemas.openxmlformats.org/officeDocument/2006/relationships/tags" Target="../tags/tag27.xml"/><Relationship Id="rId14" Type="http://schemas.openxmlformats.org/officeDocument/2006/relationships/tags" Target="../tags/tag28.xml"/><Relationship Id="rId15" Type="http://schemas.openxmlformats.org/officeDocument/2006/relationships/tags" Target="../tags/tag29.xml"/><Relationship Id="rId16" Type="http://schemas.openxmlformats.org/officeDocument/2006/relationships/tags" Target="../tags/tag30.xml"/><Relationship Id="rId17" Type="http://schemas.openxmlformats.org/officeDocument/2006/relationships/tags" Target="../tags/tag31.xml"/><Relationship Id="rId18" Type="http://schemas.openxmlformats.org/officeDocument/2006/relationships/tags" Target="../tags/tag32.xml"/><Relationship Id="rId19" Type="http://schemas.openxmlformats.org/officeDocument/2006/relationships/tags" Target="../tags/tag33.xml"/><Relationship Id="rId20" Type="http://schemas.openxmlformats.org/officeDocument/2006/relationships/tags" Target="../tags/tag34.xml"/><Relationship Id="rId21" Type="http://schemas.openxmlformats.org/officeDocument/2006/relationships/tags" Target="../tags/tag35.xml"/><Relationship Id="rId22" Type="http://schemas.openxmlformats.org/officeDocument/2006/relationships/tags" Target="../tags/tag36.xml"/><Relationship Id="rId23" Type="http://schemas.openxmlformats.org/officeDocument/2006/relationships/tags" Target="../tags/tag37.xml"/><Relationship Id="rId24" Type="http://schemas.openxmlformats.org/officeDocument/2006/relationships/tags" Target="../tags/tag38.xml"/><Relationship Id="rId25" Type="http://schemas.openxmlformats.org/officeDocument/2006/relationships/tags" Target="../tags/tag39.xml"/><Relationship Id="rId26" Type="http://schemas.openxmlformats.org/officeDocument/2006/relationships/tags" Target="../tags/tag40.xml"/><Relationship Id="rId27" Type="http://schemas.openxmlformats.org/officeDocument/2006/relationships/tags" Target="../tags/tag41.xml"/><Relationship Id="rId28" Type="http://schemas.openxmlformats.org/officeDocument/2006/relationships/tags" Target="../tags/tag42.xml"/><Relationship Id="rId29" Type="http://schemas.openxmlformats.org/officeDocument/2006/relationships/tags" Target="../tags/tag43.xml"/><Relationship Id="rId30" Type="http://schemas.openxmlformats.org/officeDocument/2006/relationships/tags" Target="../tags/tag44.xml"/><Relationship Id="rId31" Type="http://schemas.openxmlformats.org/officeDocument/2006/relationships/tags" Target="../tags/tag45.xml"/><Relationship Id="rId32" Type="http://schemas.openxmlformats.org/officeDocument/2006/relationships/tags" Target="../tags/tag46.xml"/><Relationship Id="rId33" Type="http://schemas.openxmlformats.org/officeDocument/2006/relationships/tags" Target="../tags/tag47.xml"/><Relationship Id="rId34" Type="http://schemas.openxmlformats.org/officeDocument/2006/relationships/tags" Target="../tags/tag48.xml"/><Relationship Id="rId35" Type="http://schemas.openxmlformats.org/officeDocument/2006/relationships/tags" Target="../tags/tag49.xml"/><Relationship Id="rId36" Type="http://schemas.openxmlformats.org/officeDocument/2006/relationships/tags" Target="../tags/tag50.xml"/><Relationship Id="rId37" Type="http://schemas.openxmlformats.org/officeDocument/2006/relationships/tags" Target="../tags/tag51.xml"/><Relationship Id="rId38" Type="http://schemas.openxmlformats.org/officeDocument/2006/relationships/tags" Target="../tags/tag52.xml"/><Relationship Id="rId39" Type="http://schemas.openxmlformats.org/officeDocument/2006/relationships/slideMaster" Target="../slideMasters/slideMaster1.xml"/><Relationship Id="rId40" Type="http://schemas.openxmlformats.org/officeDocument/2006/relationships/oleObject" Target="../embeddings/oleObject9.bin"/><Relationship Id="rId41"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FB46F5F-ACB6-760F-D9EF-2FD53D2E61A9}"/>
              </a:ext>
            </a:extLst>
          </p:cNvPr>
          <p:cNvGraphicFramePr>
            <a:graphicFrameLocks noChangeAspect="1"/>
          </p:cNvGraphicFramePr>
          <p:nvPr userDrawn="1">
            <p:custDataLst>
              <p:tags r:id="rId1"/>
            </p:custDataLst>
            <p:extLst>
              <p:ext uri="{D42A27DB-BD31-4B8C-83A1-F6EECF244321}">
                <p14:modId xmlns:p14="http://schemas.microsoft.com/office/powerpoint/2010/main" val="669619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AFB46F5F-ACB6-760F-D9EF-2FD53D2E61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7">
            <a:extLst>
              <a:ext uri="{FF2B5EF4-FFF2-40B4-BE49-F238E27FC236}">
                <a16:creationId xmlns:a16="http://schemas.microsoft.com/office/drawing/2014/main" id="{CD851245-72BF-21E7-47B2-AC15777A8F75}"/>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t="12288" r="50756"/>
          <a:stretch>
            <a:fillRect/>
          </a:stretch>
        </p:blipFill>
        <p:spPr bwMode="auto">
          <a:xfrm>
            <a:off x="5472363" y="1648326"/>
            <a:ext cx="6003758" cy="4139699"/>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C2573B89-6800-FEA1-DB68-E839275C67E0}"/>
              </a:ext>
            </a:extLst>
          </p:cNvPr>
          <p:cNvSpPr>
            <a:spLocks noGrp="1"/>
          </p:cNvSpPr>
          <p:nvPr>
            <p:ph type="subTitle" idx="1"/>
          </p:nvPr>
        </p:nvSpPr>
        <p:spPr>
          <a:xfrm>
            <a:off x="994610" y="3602038"/>
            <a:ext cx="9144000" cy="831739"/>
          </a:xfrm>
        </p:spPr>
        <p:txBody>
          <a:bodyPr lIns="0" rIns="0">
            <a:normAutofit/>
          </a:bodyPr>
          <a:lstStyle>
            <a:lvl1pPr marL="0" indent="0" algn="l">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7" name="Title 1">
            <a:extLst>
              <a:ext uri="{FF2B5EF4-FFF2-40B4-BE49-F238E27FC236}">
                <a16:creationId xmlns:a16="http://schemas.microsoft.com/office/drawing/2014/main" id="{A958A1FB-5E2D-53DC-4357-41A20B4A9D17}"/>
              </a:ext>
            </a:extLst>
          </p:cNvPr>
          <p:cNvSpPr>
            <a:spLocks noGrp="1"/>
          </p:cNvSpPr>
          <p:nvPr>
            <p:ph type="ctrTitle"/>
          </p:nvPr>
        </p:nvSpPr>
        <p:spPr>
          <a:xfrm>
            <a:off x="994610" y="1122363"/>
            <a:ext cx="9144000" cy="2387600"/>
          </a:xfrm>
        </p:spPr>
        <p:txBody>
          <a:bodyPr vert="horz" lIns="0" rIns="0" anchor="b"/>
          <a:lstStyle>
            <a:lvl1pPr algn="l">
              <a:defRPr sz="6000"/>
            </a:lvl1pPr>
          </a:lstStyle>
          <a:p>
            <a:r>
              <a:rPr lang="en-US" dirty="0"/>
              <a:t>Click to edit Master title style</a:t>
            </a:r>
          </a:p>
        </p:txBody>
      </p:sp>
      <p:sp>
        <p:nvSpPr>
          <p:cNvPr id="20" name="Content Placeholder 19">
            <a:extLst>
              <a:ext uri="{FF2B5EF4-FFF2-40B4-BE49-F238E27FC236}">
                <a16:creationId xmlns:a16="http://schemas.microsoft.com/office/drawing/2014/main" id="{34E50582-25D1-3BD0-FD5B-CBCFBF99D51B}"/>
              </a:ext>
            </a:extLst>
          </p:cNvPr>
          <p:cNvSpPr>
            <a:spLocks noGrp="1"/>
          </p:cNvSpPr>
          <p:nvPr>
            <p:ph sz="quarter" idx="13"/>
          </p:nvPr>
        </p:nvSpPr>
        <p:spPr>
          <a:xfrm>
            <a:off x="995363" y="4524376"/>
            <a:ext cx="9144000" cy="817562"/>
          </a:xfrm>
        </p:spPr>
        <p:txBody>
          <a:bodyPr lIns="0" rIns="0"/>
          <a:lstStyle>
            <a:lvl1pPr marL="0" indent="0">
              <a:buNone/>
              <a:defRPr/>
            </a:lvl1pPr>
          </a:lstStyle>
          <a:p>
            <a:pPr lvl="0"/>
            <a:r>
              <a:rPr lang="en-US" dirty="0"/>
              <a:t>Click to edit Master text style</a:t>
            </a:r>
          </a:p>
        </p:txBody>
      </p:sp>
    </p:spTree>
    <p:extLst>
      <p:ext uri="{BB962C8B-B14F-4D97-AF65-F5344CB8AC3E}">
        <p14:creationId xmlns:p14="http://schemas.microsoft.com/office/powerpoint/2010/main" val="2275344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2031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1A635742-01A8-EF88-4B50-5DF95D7520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Tree>
    <p:extLst>
      <p:ext uri="{BB962C8B-B14F-4D97-AF65-F5344CB8AC3E}">
        <p14:creationId xmlns:p14="http://schemas.microsoft.com/office/powerpoint/2010/main" val="3033362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0A90FE80-24DC-5EC8-D9B8-CA71148DE5BD}"/>
              </a:ext>
            </a:extLst>
          </p:cNvPr>
          <p:cNvGraphicFramePr>
            <a:graphicFrameLocks noChangeAspect="1"/>
          </p:cNvGraphicFramePr>
          <p:nvPr userDrawn="1">
            <p:custDataLst>
              <p:tags r:id="rId1"/>
            </p:custDataLst>
            <p:extLst>
              <p:ext uri="{D42A27DB-BD31-4B8C-83A1-F6EECF244321}">
                <p14:modId xmlns:p14="http://schemas.microsoft.com/office/powerpoint/2010/main" val="14115934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0A90FE80-24DC-5EC8-D9B8-CA71148DE5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B36E6AA7-CE31-C963-F250-7D986D088AA4}"/>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9" name="Footer Placeholder 4">
            <a:extLst>
              <a:ext uri="{FF2B5EF4-FFF2-40B4-BE49-F238E27FC236}">
                <a16:creationId xmlns:a16="http://schemas.microsoft.com/office/drawing/2014/main" id="{E0DCEF7D-0124-ABA8-04A1-1AD9A15FEAC3}"/>
              </a:ext>
            </a:extLst>
          </p:cNvPr>
          <p:cNvSpPr>
            <a:spLocks noGrp="1"/>
          </p:cNvSpPr>
          <p:nvPr>
            <p:ph type="ftr" sz="quarter" idx="11"/>
          </p:nvPr>
        </p:nvSpPr>
        <p:spPr>
          <a:xfrm>
            <a:off x="441433" y="6356350"/>
            <a:ext cx="7980666" cy="365125"/>
          </a:xfrm>
        </p:spPr>
        <p:txBody>
          <a:bodyPr/>
          <a:lstStyle/>
          <a:p>
            <a:endParaRPr lang="en-US" dirty="0"/>
          </a:p>
        </p:txBody>
      </p:sp>
      <p:pic>
        <p:nvPicPr>
          <p:cNvPr id="4" name="Picture 7">
            <a:extLst>
              <a:ext uri="{FF2B5EF4-FFF2-40B4-BE49-F238E27FC236}">
                <a16:creationId xmlns:a16="http://schemas.microsoft.com/office/drawing/2014/main" id="{8A6F2BD8-F381-983D-9E2E-DAFB9D0E2E40}"/>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t="12288" r="50756"/>
          <a:stretch>
            <a:fillRect/>
          </a:stretch>
        </p:blipFill>
        <p:spPr bwMode="auto">
          <a:xfrm>
            <a:off x="5472363" y="1648326"/>
            <a:ext cx="6003758" cy="41396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B3D5D6A-5F55-AB4D-9203-5836713F3F4A}"/>
              </a:ext>
            </a:extLst>
          </p:cNvPr>
          <p:cNvSpPr>
            <a:spLocks noGrp="1"/>
          </p:cNvSpPr>
          <p:nvPr>
            <p:ph type="title"/>
          </p:nvPr>
        </p:nvSpPr>
        <p:spPr>
          <a:xfrm>
            <a:off x="831849" y="1648326"/>
            <a:ext cx="6358221" cy="2500263"/>
          </a:xfrm>
        </p:spPr>
        <p:txBody>
          <a:bodyPr vert="horz" anchor="b"/>
          <a:lstStyle>
            <a:lvl1pPr>
              <a:defRPr sz="6000"/>
            </a:lvl1pPr>
          </a:lstStyle>
          <a:p>
            <a:endParaRPr lang="en-US" dirty="0"/>
          </a:p>
        </p:txBody>
      </p:sp>
    </p:spTree>
    <p:extLst>
      <p:ext uri="{BB962C8B-B14F-4D97-AF65-F5344CB8AC3E}">
        <p14:creationId xmlns:p14="http://schemas.microsoft.com/office/powerpoint/2010/main" val="2440612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890E15D-735B-C3DF-FA9F-68978072F05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5" name="Title 1">
            <a:extLst>
              <a:ext uri="{FF2B5EF4-FFF2-40B4-BE49-F238E27FC236}">
                <a16:creationId xmlns:a16="http://schemas.microsoft.com/office/drawing/2014/main" id="{652C3E43-FBE8-C9F5-4345-A24082C2D67D}"/>
              </a:ext>
            </a:extLst>
          </p:cNvPr>
          <p:cNvSpPr>
            <a:spLocks noGrp="1"/>
          </p:cNvSpPr>
          <p:nvPr>
            <p:ph type="title"/>
          </p:nvPr>
        </p:nvSpPr>
        <p:spPr>
          <a:xfrm>
            <a:off x="441433" y="365126"/>
            <a:ext cx="11298621" cy="847226"/>
          </a:xfrm>
        </p:spPr>
        <p:txBody>
          <a:bodyPr vert="horz"/>
          <a:lstStyle/>
          <a:p>
            <a:r>
              <a:rPr lang="en-US" dirty="0"/>
              <a:t>Click to edit Master title style</a:t>
            </a:r>
          </a:p>
        </p:txBody>
      </p:sp>
      <p:cxnSp>
        <p:nvCxnSpPr>
          <p:cNvPr id="6" name="Straight Connector 5">
            <a:extLst>
              <a:ext uri="{FF2B5EF4-FFF2-40B4-BE49-F238E27FC236}">
                <a16:creationId xmlns:a16="http://schemas.microsoft.com/office/drawing/2014/main" id="{D7DC3731-D786-2CFF-7628-4C0CED18D2D1}"/>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7" name="Arrow: Pentagon 6">
            <a:extLst>
              <a:ext uri="{FF2B5EF4-FFF2-40B4-BE49-F238E27FC236}">
                <a16:creationId xmlns:a16="http://schemas.microsoft.com/office/drawing/2014/main" id="{1682936C-324F-F90C-DC40-AF969AC9F743}"/>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Chevron 7">
            <a:extLst>
              <a:ext uri="{FF2B5EF4-FFF2-40B4-BE49-F238E27FC236}">
                <a16:creationId xmlns:a16="http://schemas.microsoft.com/office/drawing/2014/main" id="{D582225E-2470-3E10-C72D-A7DC4A278FF6}"/>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ontent Placeholder 12">
            <a:extLst>
              <a:ext uri="{FF2B5EF4-FFF2-40B4-BE49-F238E27FC236}">
                <a16:creationId xmlns:a16="http://schemas.microsoft.com/office/drawing/2014/main" id="{46C6C39D-B381-F7FE-E0CD-D24779B76FA1}"/>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0" name="Content Placeholder 12">
            <a:extLst>
              <a:ext uri="{FF2B5EF4-FFF2-40B4-BE49-F238E27FC236}">
                <a16:creationId xmlns:a16="http://schemas.microsoft.com/office/drawing/2014/main" id="{43825D39-B94D-2DD4-4CE6-9FCB0ED2E153}"/>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64137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_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2031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9" imgH="396" progId="TCLayout.ActiveDocument.1">
                  <p:embed/>
                </p:oleObj>
              </mc:Choice>
              <mc:Fallback>
                <p:oleObj name="think-cell Slide" r:id="rId5"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3" name="ee4pContent1">
            <a:extLst>
              <a:ext uri="{FF2B5EF4-FFF2-40B4-BE49-F238E27FC236}">
                <a16:creationId xmlns:a16="http://schemas.microsoft.com/office/drawing/2014/main" id="{03DABCD9-5116-F42E-788E-CDCEA6CBFFAB}"/>
              </a:ext>
            </a:extLst>
          </p:cNvPr>
          <p:cNvSpPr txBox="1">
            <a:spLocks/>
          </p:cNvSpPr>
          <p:nvPr userDrawn="1">
            <p:custDataLst>
              <p:tags r:id="rId2"/>
            </p:custDataLst>
          </p:nvPr>
        </p:nvSpPr>
        <p:spPr>
          <a:xfrm>
            <a:off x="514351" y="2179415"/>
            <a:ext cx="5485013" cy="3986435"/>
          </a:xfrm>
          <a:prstGeom prst="rect">
            <a:avLst/>
          </a:prstGeom>
          <a:solidFill>
            <a:srgbClr val="FFFFFF">
              <a:lumMod val="100000"/>
            </a:srgbClr>
          </a:solidFill>
          <a:ln w="9525" cmpd="sng">
            <a:no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lvl="1"/>
            <a:endParaRPr lang="en-US" dirty="0">
              <a:latin typeface="+mn-lt"/>
            </a:endParaRPr>
          </a:p>
        </p:txBody>
      </p:sp>
      <p:sp>
        <p:nvSpPr>
          <p:cNvPr id="12" name="ee4pContent1">
            <a:extLst>
              <a:ext uri="{FF2B5EF4-FFF2-40B4-BE49-F238E27FC236}">
                <a16:creationId xmlns:a16="http://schemas.microsoft.com/office/drawing/2014/main" id="{C85CA836-01D1-03CB-189C-179D77773396}"/>
              </a:ext>
            </a:extLst>
          </p:cNvPr>
          <p:cNvSpPr txBox="1">
            <a:spLocks/>
          </p:cNvSpPr>
          <p:nvPr userDrawn="1">
            <p:custDataLst>
              <p:tags r:id="rId3"/>
            </p:custDataLst>
          </p:nvPr>
        </p:nvSpPr>
        <p:spPr>
          <a:xfrm>
            <a:off x="6190256" y="2179415"/>
            <a:ext cx="5485013" cy="3986435"/>
          </a:xfrm>
          <a:prstGeom prst="rect">
            <a:avLst/>
          </a:prstGeom>
          <a:solidFill>
            <a:srgbClr val="FFFFFF">
              <a:lumMod val="100000"/>
            </a:srgbClr>
          </a:solidFill>
          <a:ln w="9525" cmpd="sng">
            <a:no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lvl="1"/>
            <a:endParaRPr lang="en-US" dirty="0">
              <a:latin typeface="+mn-lt"/>
            </a:endParaRPr>
          </a:p>
        </p:txBody>
      </p:sp>
      <p:sp>
        <p:nvSpPr>
          <p:cNvPr id="21" name="Google Shape;17;p4">
            <a:extLst>
              <a:ext uri="{FF2B5EF4-FFF2-40B4-BE49-F238E27FC236}">
                <a16:creationId xmlns:a16="http://schemas.microsoft.com/office/drawing/2014/main" id="{4AB273FD-3777-7FBF-CC68-F9FFE5AB1E48}"/>
              </a:ext>
            </a:extLst>
          </p:cNvPr>
          <p:cNvSpPr txBox="1">
            <a:spLocks noGrp="1"/>
          </p:cNvSpPr>
          <p:nvPr>
            <p:ph type="body" idx="1"/>
          </p:nvPr>
        </p:nvSpPr>
        <p:spPr>
          <a:xfrm>
            <a:off x="514349" y="2223031"/>
            <a:ext cx="5485013"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22" name="Google Shape;17;p4">
            <a:extLst>
              <a:ext uri="{FF2B5EF4-FFF2-40B4-BE49-F238E27FC236}">
                <a16:creationId xmlns:a16="http://schemas.microsoft.com/office/drawing/2014/main" id="{92913120-82BD-5930-4B8E-1D84CA9DA11F}"/>
              </a:ext>
            </a:extLst>
          </p:cNvPr>
          <p:cNvSpPr txBox="1">
            <a:spLocks noGrp="1"/>
          </p:cNvSpPr>
          <p:nvPr>
            <p:ph type="body" idx="15"/>
          </p:nvPr>
        </p:nvSpPr>
        <p:spPr>
          <a:xfrm>
            <a:off x="6190254" y="2223031"/>
            <a:ext cx="5485013"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2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5" name="Google Shape;17;p4">
            <a:extLst>
              <a:ext uri="{FF2B5EF4-FFF2-40B4-BE49-F238E27FC236}">
                <a16:creationId xmlns:a16="http://schemas.microsoft.com/office/drawing/2014/main" id="{3B4B06B1-D884-A9F4-899D-3E7B0934A275}"/>
              </a:ext>
            </a:extLst>
          </p:cNvPr>
          <p:cNvSpPr txBox="1">
            <a:spLocks noGrp="1"/>
          </p:cNvSpPr>
          <p:nvPr>
            <p:ph type="body" idx="17"/>
          </p:nvPr>
        </p:nvSpPr>
        <p:spPr>
          <a:xfrm>
            <a:off x="514349" y="1714695"/>
            <a:ext cx="5485013"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Google Shape;17;p4">
            <a:extLst>
              <a:ext uri="{FF2B5EF4-FFF2-40B4-BE49-F238E27FC236}">
                <a16:creationId xmlns:a16="http://schemas.microsoft.com/office/drawing/2014/main" id="{EF26F8ED-0E01-3670-36E4-24D8BC8ED523}"/>
              </a:ext>
            </a:extLst>
          </p:cNvPr>
          <p:cNvSpPr txBox="1">
            <a:spLocks noGrp="1"/>
          </p:cNvSpPr>
          <p:nvPr>
            <p:ph type="body" idx="16"/>
          </p:nvPr>
        </p:nvSpPr>
        <p:spPr>
          <a:xfrm>
            <a:off x="6190252" y="1714695"/>
            <a:ext cx="5485013"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8122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9884884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9" imgH="396" progId="TCLayout.ActiveDocument.1">
                  <p:embed/>
                </p:oleObj>
              </mc:Choice>
              <mc:Fallback>
                <p:oleObj name="think-cell Slide" r:id="rId4"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4" name="ee4pContent1">
            <a:extLst>
              <a:ext uri="{FF2B5EF4-FFF2-40B4-BE49-F238E27FC236}">
                <a16:creationId xmlns:a16="http://schemas.microsoft.com/office/drawing/2014/main" id="{CB739C42-1210-6D21-AE0A-43D0D528CFDF}"/>
              </a:ext>
            </a:extLst>
          </p:cNvPr>
          <p:cNvSpPr txBox="1">
            <a:spLocks/>
          </p:cNvSpPr>
          <p:nvPr userDrawn="1">
            <p:custDataLst>
              <p:tags r:id="rId2"/>
            </p:custDataLst>
          </p:nvPr>
        </p:nvSpPr>
        <p:spPr>
          <a:xfrm>
            <a:off x="514349" y="2179415"/>
            <a:ext cx="3597286" cy="3986435"/>
          </a:xfrm>
          <a:prstGeom prst="rect">
            <a:avLst/>
          </a:prstGeom>
          <a:solidFill>
            <a:srgbClr val="FFFFFF">
              <a:lumMod val="100000"/>
            </a:srgbClr>
          </a:solidFill>
          <a:ln w="9525" cmpd="sng">
            <a:no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algn="ctr" eaLnBrk="0" hangingPunct="0">
              <a:spcAft>
                <a:spcPct val="0"/>
              </a:spcAft>
            </a:pPr>
            <a:endParaRPr lang="en-US" sz="1600" dirty="0">
              <a:solidFill>
                <a:schemeClr val="bg1"/>
              </a:solidFill>
            </a:endParaRPr>
          </a:p>
        </p:txBody>
      </p:sp>
      <p:sp>
        <p:nvSpPr>
          <p:cNvPr id="23" name="Google Shape;17;p4">
            <a:extLst>
              <a:ext uri="{FF2B5EF4-FFF2-40B4-BE49-F238E27FC236}">
                <a16:creationId xmlns:a16="http://schemas.microsoft.com/office/drawing/2014/main" id="{2058EDEB-1743-67D3-D494-B1C2FEE53A7E}"/>
              </a:ext>
            </a:extLst>
          </p:cNvPr>
          <p:cNvSpPr txBox="1">
            <a:spLocks noGrp="1"/>
          </p:cNvSpPr>
          <p:nvPr>
            <p:ph type="body" idx="21"/>
          </p:nvPr>
        </p:nvSpPr>
        <p:spPr>
          <a:xfrm>
            <a:off x="4296165" y="2179415"/>
            <a:ext cx="3597287"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24" name="Google Shape;17;p4">
            <a:extLst>
              <a:ext uri="{FF2B5EF4-FFF2-40B4-BE49-F238E27FC236}">
                <a16:creationId xmlns:a16="http://schemas.microsoft.com/office/drawing/2014/main" id="{A1D62137-E778-25D1-1F28-6F405B2CDFC1}"/>
              </a:ext>
            </a:extLst>
          </p:cNvPr>
          <p:cNvSpPr txBox="1">
            <a:spLocks noGrp="1"/>
          </p:cNvSpPr>
          <p:nvPr>
            <p:ph type="body" idx="22"/>
          </p:nvPr>
        </p:nvSpPr>
        <p:spPr>
          <a:xfrm>
            <a:off x="8077981" y="2179415"/>
            <a:ext cx="3597287"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15" name="Google Shape;17;p4">
            <a:extLst>
              <a:ext uri="{FF2B5EF4-FFF2-40B4-BE49-F238E27FC236}">
                <a16:creationId xmlns:a16="http://schemas.microsoft.com/office/drawing/2014/main" id="{C03316B6-AACB-7A8D-8CD5-8102D5DEA917}"/>
              </a:ext>
            </a:extLst>
          </p:cNvPr>
          <p:cNvSpPr txBox="1">
            <a:spLocks noGrp="1"/>
          </p:cNvSpPr>
          <p:nvPr>
            <p:ph type="body" idx="19"/>
          </p:nvPr>
        </p:nvSpPr>
        <p:spPr>
          <a:xfrm>
            <a:off x="4296165" y="1717677"/>
            <a:ext cx="3597286" cy="461738"/>
          </a:xfrm>
          <a:prstGeom prst="rect">
            <a:avLst/>
          </a:prstGeom>
          <a:solidFill>
            <a:schemeClr val="tx2"/>
          </a:solidFill>
          <a:ln>
            <a:noFill/>
          </a:ln>
        </p:spPr>
        <p:txBody>
          <a:bodyPr spcFirstLastPara="1" vert="horz"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Google Shape;17;p4">
            <a:extLst>
              <a:ext uri="{FF2B5EF4-FFF2-40B4-BE49-F238E27FC236}">
                <a16:creationId xmlns:a16="http://schemas.microsoft.com/office/drawing/2014/main" id="{330DA8D0-0FB8-75FF-AE97-27BE01E600B5}"/>
              </a:ext>
            </a:extLst>
          </p:cNvPr>
          <p:cNvSpPr txBox="1">
            <a:spLocks noGrp="1"/>
          </p:cNvSpPr>
          <p:nvPr>
            <p:ph type="body" idx="20"/>
          </p:nvPr>
        </p:nvSpPr>
        <p:spPr>
          <a:xfrm>
            <a:off x="8077981" y="1717677"/>
            <a:ext cx="3597286" cy="461738"/>
          </a:xfrm>
          <a:prstGeom prst="rect">
            <a:avLst/>
          </a:prstGeom>
          <a:solidFill>
            <a:schemeClr val="tx2"/>
          </a:solidFill>
          <a:ln>
            <a:noFill/>
          </a:ln>
        </p:spPr>
        <p:txBody>
          <a:bodyPr spcFirstLastPara="1" vert="horz"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Google Shape;17;p4">
            <a:extLst>
              <a:ext uri="{FF2B5EF4-FFF2-40B4-BE49-F238E27FC236}">
                <a16:creationId xmlns:a16="http://schemas.microsoft.com/office/drawing/2014/main" id="{27053E51-8E6E-BAAB-7FA5-4A2801F221DB}"/>
              </a:ext>
            </a:extLst>
          </p:cNvPr>
          <p:cNvSpPr txBox="1">
            <a:spLocks noGrp="1"/>
          </p:cNvSpPr>
          <p:nvPr>
            <p:ph type="body" idx="18"/>
          </p:nvPr>
        </p:nvSpPr>
        <p:spPr>
          <a:xfrm>
            <a:off x="514350" y="1714695"/>
            <a:ext cx="3597286" cy="461738"/>
          </a:xfrm>
          <a:prstGeom prst="rect">
            <a:avLst/>
          </a:prstGeom>
          <a:solidFill>
            <a:schemeClr val="tx2"/>
          </a:solidFill>
          <a:ln>
            <a:noFill/>
          </a:ln>
        </p:spPr>
        <p:txBody>
          <a:bodyPr spcFirstLastPara="1" vert="horz"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Google Shape;17;p4">
            <a:extLst>
              <a:ext uri="{FF2B5EF4-FFF2-40B4-BE49-F238E27FC236}">
                <a16:creationId xmlns:a16="http://schemas.microsoft.com/office/drawing/2014/main" id="{8452F1B8-8CE6-16EF-2398-5AFD72D62834}"/>
              </a:ext>
            </a:extLst>
          </p:cNvPr>
          <p:cNvSpPr txBox="1">
            <a:spLocks noGrp="1"/>
          </p:cNvSpPr>
          <p:nvPr>
            <p:ph type="body" idx="1"/>
          </p:nvPr>
        </p:nvSpPr>
        <p:spPr>
          <a:xfrm>
            <a:off x="514349" y="2223031"/>
            <a:ext cx="3597287"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2105047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2031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39" name="Google Shape;17;p4">
            <a:extLst>
              <a:ext uri="{FF2B5EF4-FFF2-40B4-BE49-F238E27FC236}">
                <a16:creationId xmlns:a16="http://schemas.microsoft.com/office/drawing/2014/main" id="{E30440CF-E769-C001-BF1B-910E381833FF}"/>
              </a:ext>
            </a:extLst>
          </p:cNvPr>
          <p:cNvSpPr txBox="1">
            <a:spLocks noGrp="1"/>
          </p:cNvSpPr>
          <p:nvPr>
            <p:ph type="body" idx="22"/>
          </p:nvPr>
        </p:nvSpPr>
        <p:spPr>
          <a:xfrm>
            <a:off x="3354423"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41" name="Google Shape;17;p4">
            <a:extLst>
              <a:ext uri="{FF2B5EF4-FFF2-40B4-BE49-F238E27FC236}">
                <a16:creationId xmlns:a16="http://schemas.microsoft.com/office/drawing/2014/main" id="{EDBFE1C5-9BA5-FCB6-C39C-21DA12939D92}"/>
              </a:ext>
            </a:extLst>
          </p:cNvPr>
          <p:cNvSpPr txBox="1">
            <a:spLocks noGrp="1"/>
          </p:cNvSpPr>
          <p:nvPr>
            <p:ph type="body" idx="24"/>
          </p:nvPr>
        </p:nvSpPr>
        <p:spPr>
          <a:xfrm>
            <a:off x="6194496"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40" name="Google Shape;17;p4">
            <a:extLst>
              <a:ext uri="{FF2B5EF4-FFF2-40B4-BE49-F238E27FC236}">
                <a16:creationId xmlns:a16="http://schemas.microsoft.com/office/drawing/2014/main" id="{6861583C-988F-6D94-5DBD-B62EFCC1E65F}"/>
              </a:ext>
            </a:extLst>
          </p:cNvPr>
          <p:cNvSpPr txBox="1">
            <a:spLocks noGrp="1"/>
          </p:cNvSpPr>
          <p:nvPr>
            <p:ph type="body" idx="23"/>
          </p:nvPr>
        </p:nvSpPr>
        <p:spPr>
          <a:xfrm>
            <a:off x="9034570"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36" name="Google Shape;17;p4">
            <a:extLst>
              <a:ext uri="{FF2B5EF4-FFF2-40B4-BE49-F238E27FC236}">
                <a16:creationId xmlns:a16="http://schemas.microsoft.com/office/drawing/2014/main" id="{4B52F00A-2AFB-11F8-FD34-F993851A8DCE}"/>
              </a:ext>
            </a:extLst>
          </p:cNvPr>
          <p:cNvSpPr txBox="1">
            <a:spLocks noGrp="1"/>
          </p:cNvSpPr>
          <p:nvPr>
            <p:ph type="body" idx="19"/>
          </p:nvPr>
        </p:nvSpPr>
        <p:spPr>
          <a:xfrm>
            <a:off x="3354424"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Google Shape;17;p4">
            <a:extLst>
              <a:ext uri="{FF2B5EF4-FFF2-40B4-BE49-F238E27FC236}">
                <a16:creationId xmlns:a16="http://schemas.microsoft.com/office/drawing/2014/main" id="{67B93202-9361-947B-86FE-C39A2F69EA3A}"/>
              </a:ext>
            </a:extLst>
          </p:cNvPr>
          <p:cNvSpPr txBox="1">
            <a:spLocks noGrp="1"/>
          </p:cNvSpPr>
          <p:nvPr>
            <p:ph type="body" idx="20"/>
          </p:nvPr>
        </p:nvSpPr>
        <p:spPr>
          <a:xfrm>
            <a:off x="6194497"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 name="Google Shape;17;p4">
            <a:extLst>
              <a:ext uri="{FF2B5EF4-FFF2-40B4-BE49-F238E27FC236}">
                <a16:creationId xmlns:a16="http://schemas.microsoft.com/office/drawing/2014/main" id="{C389D80E-F3B6-3E11-159E-AF058B81D1BB}"/>
              </a:ext>
            </a:extLst>
          </p:cNvPr>
          <p:cNvSpPr txBox="1">
            <a:spLocks noGrp="1"/>
          </p:cNvSpPr>
          <p:nvPr>
            <p:ph type="body" idx="21"/>
          </p:nvPr>
        </p:nvSpPr>
        <p:spPr>
          <a:xfrm>
            <a:off x="9034570"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Google Shape;17;p4">
            <a:extLst>
              <a:ext uri="{FF2B5EF4-FFF2-40B4-BE49-F238E27FC236}">
                <a16:creationId xmlns:a16="http://schemas.microsoft.com/office/drawing/2014/main" id="{C51E788A-C3FE-4531-F6A9-87F8C91A8822}"/>
              </a:ext>
            </a:extLst>
          </p:cNvPr>
          <p:cNvSpPr txBox="1">
            <a:spLocks noGrp="1"/>
          </p:cNvSpPr>
          <p:nvPr>
            <p:ph type="body" idx="18"/>
          </p:nvPr>
        </p:nvSpPr>
        <p:spPr>
          <a:xfrm>
            <a:off x="514350"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8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Google Shape;17;p4">
            <a:extLst>
              <a:ext uri="{FF2B5EF4-FFF2-40B4-BE49-F238E27FC236}">
                <a16:creationId xmlns:a16="http://schemas.microsoft.com/office/drawing/2014/main" id="{B448E95E-DC69-7DBD-C561-9B8BFDD22F67}"/>
              </a:ext>
            </a:extLst>
          </p:cNvPr>
          <p:cNvSpPr txBox="1">
            <a:spLocks noGrp="1"/>
          </p:cNvSpPr>
          <p:nvPr>
            <p:ph type="body" idx="1"/>
          </p:nvPr>
        </p:nvSpPr>
        <p:spPr>
          <a:xfrm>
            <a:off x="514350"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2320295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3 Implications page">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B6C0CE4-C938-389D-F157-765688287349}"/>
              </a:ext>
            </a:extLst>
          </p:cNvPr>
          <p:cNvGraphicFramePr>
            <a:graphicFrameLocks noChangeAspect="1"/>
          </p:cNvGraphicFramePr>
          <p:nvPr userDrawn="1">
            <p:custDataLst>
              <p:tags r:id="rId1"/>
            </p:custDataLst>
            <p:extLst>
              <p:ext uri="{D42A27DB-BD31-4B8C-83A1-F6EECF244321}">
                <p14:modId xmlns:p14="http://schemas.microsoft.com/office/powerpoint/2010/main" val="40548548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12" name="think-cell data - do not delete" hidden="1">
                        <a:extLst>
                          <a:ext uri="{FF2B5EF4-FFF2-40B4-BE49-F238E27FC236}">
                            <a16:creationId xmlns:a16="http://schemas.microsoft.com/office/drawing/2014/main" id="{FB6C0CE4-C938-389D-F157-7656882873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Footer Placeholder 2">
            <a:extLst>
              <a:ext uri="{FF2B5EF4-FFF2-40B4-BE49-F238E27FC236}">
                <a16:creationId xmlns:a16="http://schemas.microsoft.com/office/drawing/2014/main" id="{A890E15D-735B-C3DF-FA9F-68978072F05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5" name="Title 1">
            <a:extLst>
              <a:ext uri="{FF2B5EF4-FFF2-40B4-BE49-F238E27FC236}">
                <a16:creationId xmlns:a16="http://schemas.microsoft.com/office/drawing/2014/main" id="{652C3E43-FBE8-C9F5-4345-A24082C2D67D}"/>
              </a:ext>
            </a:extLst>
          </p:cNvPr>
          <p:cNvSpPr>
            <a:spLocks noGrp="1"/>
          </p:cNvSpPr>
          <p:nvPr>
            <p:ph type="title"/>
          </p:nvPr>
        </p:nvSpPr>
        <p:spPr>
          <a:xfrm>
            <a:off x="441434" y="365126"/>
            <a:ext cx="8088006" cy="847226"/>
          </a:xfrm>
        </p:spPr>
        <p:txBody>
          <a:bodyPr vert="horz"/>
          <a:lstStyle/>
          <a:p>
            <a:r>
              <a:rPr lang="en-US" dirty="0"/>
              <a:t>Click to edit Master title style</a:t>
            </a:r>
          </a:p>
        </p:txBody>
      </p:sp>
      <p:cxnSp>
        <p:nvCxnSpPr>
          <p:cNvPr id="6" name="Straight Connector 5">
            <a:extLst>
              <a:ext uri="{FF2B5EF4-FFF2-40B4-BE49-F238E27FC236}">
                <a16:creationId xmlns:a16="http://schemas.microsoft.com/office/drawing/2014/main" id="{D7DC3731-D786-2CFF-7628-4C0CED18D2D1}"/>
              </a:ext>
            </a:extLst>
          </p:cNvPr>
          <p:cNvCxnSpPr>
            <a:cxnSpLocks/>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7" name="Arrow: Pentagon 6">
            <a:extLst>
              <a:ext uri="{FF2B5EF4-FFF2-40B4-BE49-F238E27FC236}">
                <a16:creationId xmlns:a16="http://schemas.microsoft.com/office/drawing/2014/main" id="{1682936C-324F-F90C-DC40-AF969AC9F743}"/>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Chevron 7">
            <a:extLst>
              <a:ext uri="{FF2B5EF4-FFF2-40B4-BE49-F238E27FC236}">
                <a16:creationId xmlns:a16="http://schemas.microsoft.com/office/drawing/2014/main" id="{D582225E-2470-3E10-C72D-A7DC4A278FF6}"/>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ontent Placeholder 12">
            <a:extLst>
              <a:ext uri="{FF2B5EF4-FFF2-40B4-BE49-F238E27FC236}">
                <a16:creationId xmlns:a16="http://schemas.microsoft.com/office/drawing/2014/main" id="{46C6C39D-B381-F7FE-E0CD-D24779B76FA1}"/>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0" name="Content Placeholder 12">
            <a:extLst>
              <a:ext uri="{FF2B5EF4-FFF2-40B4-BE49-F238E27FC236}">
                <a16:creationId xmlns:a16="http://schemas.microsoft.com/office/drawing/2014/main" id="{43825D39-B94D-2DD4-4CE6-9FCB0ED2E153}"/>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2" name="Rectangle 1">
            <a:extLst>
              <a:ext uri="{FF2B5EF4-FFF2-40B4-BE49-F238E27FC236}">
                <a16:creationId xmlns:a16="http://schemas.microsoft.com/office/drawing/2014/main" id="{482664C5-790D-17D4-5C7F-DE54853BF5A0}"/>
              </a:ext>
            </a:extLst>
          </p:cNvPr>
          <p:cNvSpPr/>
          <p:nvPr userDrawn="1"/>
        </p:nvSpPr>
        <p:spPr>
          <a:xfrm>
            <a:off x="8610600" y="0"/>
            <a:ext cx="35814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Google Shape;17;p4">
            <a:extLst>
              <a:ext uri="{FF2B5EF4-FFF2-40B4-BE49-F238E27FC236}">
                <a16:creationId xmlns:a16="http://schemas.microsoft.com/office/drawing/2014/main" id="{F0E501E7-B4ED-BF56-FE7A-DB2E104151FB}"/>
              </a:ext>
            </a:extLst>
          </p:cNvPr>
          <p:cNvSpPr txBox="1">
            <a:spLocks noGrp="1"/>
          </p:cNvSpPr>
          <p:nvPr>
            <p:ph type="body" idx="18"/>
          </p:nvPr>
        </p:nvSpPr>
        <p:spPr>
          <a:xfrm>
            <a:off x="9059436" y="1304818"/>
            <a:ext cx="2640695" cy="461738"/>
          </a:xfrm>
          <a:prstGeom prst="rect">
            <a:avLst/>
          </a:prstGeom>
          <a:no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Google Shape;17;p4">
            <a:extLst>
              <a:ext uri="{FF2B5EF4-FFF2-40B4-BE49-F238E27FC236}">
                <a16:creationId xmlns:a16="http://schemas.microsoft.com/office/drawing/2014/main" id="{A26087F4-57E2-BE32-FAF2-A892F49E079E}"/>
              </a:ext>
            </a:extLst>
          </p:cNvPr>
          <p:cNvSpPr txBox="1">
            <a:spLocks noGrp="1"/>
          </p:cNvSpPr>
          <p:nvPr>
            <p:ph type="body" idx="1"/>
          </p:nvPr>
        </p:nvSpPr>
        <p:spPr>
          <a:xfrm>
            <a:off x="9059436" y="1815921"/>
            <a:ext cx="2640696" cy="43174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buClr>
              <a:buSzPct val="100000"/>
              <a:buChar char="•"/>
              <a:defRPr sz="14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691375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3, 2/3 Implications">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B6C0CE4-C938-389D-F157-765688287349}"/>
              </a:ext>
            </a:extLst>
          </p:cNvPr>
          <p:cNvGraphicFramePr>
            <a:graphicFrameLocks noChangeAspect="1"/>
          </p:cNvGraphicFramePr>
          <p:nvPr userDrawn="1">
            <p:custDataLst>
              <p:tags r:id="rId1"/>
            </p:custDataLst>
            <p:extLst>
              <p:ext uri="{D42A27DB-BD31-4B8C-83A1-F6EECF244321}">
                <p14:modId xmlns:p14="http://schemas.microsoft.com/office/powerpoint/2010/main" val="39138127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12" name="think-cell data - do not delete" hidden="1">
                        <a:extLst>
                          <a:ext uri="{FF2B5EF4-FFF2-40B4-BE49-F238E27FC236}">
                            <a16:creationId xmlns:a16="http://schemas.microsoft.com/office/drawing/2014/main" id="{FB6C0CE4-C938-389D-F157-7656882873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2" name="Rectangle 1">
            <a:extLst>
              <a:ext uri="{FF2B5EF4-FFF2-40B4-BE49-F238E27FC236}">
                <a16:creationId xmlns:a16="http://schemas.microsoft.com/office/drawing/2014/main" id="{482664C5-790D-17D4-5C7F-DE54853BF5A0}"/>
              </a:ext>
            </a:extLst>
          </p:cNvPr>
          <p:cNvSpPr/>
          <p:nvPr userDrawn="1"/>
        </p:nvSpPr>
        <p:spPr>
          <a:xfrm>
            <a:off x="-7545" y="0"/>
            <a:ext cx="376370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2" algn="l"/>
            <a:endParaRPr lang="en-US" sz="3600" b="1" dirty="0"/>
          </a:p>
        </p:txBody>
      </p:sp>
      <p:sp>
        <p:nvSpPr>
          <p:cNvPr id="15" name="Title 1">
            <a:extLst>
              <a:ext uri="{FF2B5EF4-FFF2-40B4-BE49-F238E27FC236}">
                <a16:creationId xmlns:a16="http://schemas.microsoft.com/office/drawing/2014/main" id="{86A0F1C9-6F33-22D2-6815-12FAB8170078}"/>
              </a:ext>
            </a:extLst>
          </p:cNvPr>
          <p:cNvSpPr txBox="1">
            <a:spLocks/>
          </p:cNvSpPr>
          <p:nvPr userDrawn="1"/>
        </p:nvSpPr>
        <p:spPr>
          <a:xfrm>
            <a:off x="8970873" y="881205"/>
            <a:ext cx="2876521" cy="84722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b="1" dirty="0">
                <a:solidFill>
                  <a:schemeClr val="bg1"/>
                </a:solidFill>
              </a:rPr>
              <a:t>[Implications]</a:t>
            </a:r>
          </a:p>
        </p:txBody>
      </p:sp>
      <p:sp>
        <p:nvSpPr>
          <p:cNvPr id="17" name="Title 1">
            <a:extLst>
              <a:ext uri="{FF2B5EF4-FFF2-40B4-BE49-F238E27FC236}">
                <a16:creationId xmlns:a16="http://schemas.microsoft.com/office/drawing/2014/main" id="{99B18E0F-4270-0E20-C95F-A66C44ABEFD9}"/>
              </a:ext>
            </a:extLst>
          </p:cNvPr>
          <p:cNvSpPr txBox="1">
            <a:spLocks/>
          </p:cNvSpPr>
          <p:nvPr userDrawn="1"/>
        </p:nvSpPr>
        <p:spPr>
          <a:xfrm>
            <a:off x="8970874" y="1804440"/>
            <a:ext cx="2876521" cy="84722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285750" indent="-285750">
              <a:buFont typeface="Arial" panose="020B0604020202020204" pitchFamily="34" charset="0"/>
              <a:buChar char="•"/>
            </a:pPr>
            <a:r>
              <a:rPr lang="en-US" sz="1800" b="0" dirty="0">
                <a:solidFill>
                  <a:schemeClr val="bg1"/>
                </a:solidFill>
              </a:rPr>
              <a:t>Text</a:t>
            </a:r>
          </a:p>
        </p:txBody>
      </p:sp>
      <p:sp>
        <p:nvSpPr>
          <p:cNvPr id="3" name="Title 1">
            <a:extLst>
              <a:ext uri="{FF2B5EF4-FFF2-40B4-BE49-F238E27FC236}">
                <a16:creationId xmlns:a16="http://schemas.microsoft.com/office/drawing/2014/main" id="{6DF08ABF-5854-7F59-F6FA-CEACF3583B10}"/>
              </a:ext>
            </a:extLst>
          </p:cNvPr>
          <p:cNvSpPr>
            <a:spLocks noGrp="1"/>
          </p:cNvSpPr>
          <p:nvPr>
            <p:ph type="title"/>
          </p:nvPr>
        </p:nvSpPr>
        <p:spPr>
          <a:xfrm>
            <a:off x="3912849" y="365126"/>
            <a:ext cx="7934545" cy="847226"/>
          </a:xfrm>
        </p:spPr>
        <p:txBody>
          <a:bodyPr vert="horz"/>
          <a:lstStyle/>
          <a:p>
            <a:r>
              <a:rPr lang="en-US" dirty="0"/>
              <a:t>Click to edit Master title style</a:t>
            </a:r>
          </a:p>
        </p:txBody>
      </p:sp>
      <p:cxnSp>
        <p:nvCxnSpPr>
          <p:cNvPr id="5" name="Straight Connector 4">
            <a:extLst>
              <a:ext uri="{FF2B5EF4-FFF2-40B4-BE49-F238E27FC236}">
                <a16:creationId xmlns:a16="http://schemas.microsoft.com/office/drawing/2014/main" id="{08F6B0B9-1045-2C89-E571-DEE0BF3A79F3}"/>
              </a:ext>
            </a:extLst>
          </p:cNvPr>
          <p:cNvCxnSpPr>
            <a:cxnSpLocks/>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6" name="Arrow: Pentagon 5">
            <a:extLst>
              <a:ext uri="{FF2B5EF4-FFF2-40B4-BE49-F238E27FC236}">
                <a16:creationId xmlns:a16="http://schemas.microsoft.com/office/drawing/2014/main" id="{70EEC0AA-CF56-E831-C524-A6412361B034}"/>
              </a:ext>
            </a:extLst>
          </p:cNvPr>
          <p:cNvSpPr/>
          <p:nvPr userDrawn="1"/>
        </p:nvSpPr>
        <p:spPr>
          <a:xfrm>
            <a:off x="3756132"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Chevron 6">
            <a:extLst>
              <a:ext uri="{FF2B5EF4-FFF2-40B4-BE49-F238E27FC236}">
                <a16:creationId xmlns:a16="http://schemas.microsoft.com/office/drawing/2014/main" id="{23B0F533-6DF7-9CA5-0D14-6B8BC7EBD2F4}"/>
              </a:ext>
            </a:extLst>
          </p:cNvPr>
          <p:cNvSpPr/>
          <p:nvPr userDrawn="1"/>
        </p:nvSpPr>
        <p:spPr>
          <a:xfrm>
            <a:off x="5661814"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ontent Placeholder 12">
            <a:extLst>
              <a:ext uri="{FF2B5EF4-FFF2-40B4-BE49-F238E27FC236}">
                <a16:creationId xmlns:a16="http://schemas.microsoft.com/office/drawing/2014/main" id="{2813B58C-F312-F6E4-284A-04B0B1536BE5}"/>
              </a:ext>
            </a:extLst>
          </p:cNvPr>
          <p:cNvSpPr>
            <a:spLocks noGrp="1"/>
          </p:cNvSpPr>
          <p:nvPr>
            <p:ph sz="quarter" idx="13"/>
          </p:nvPr>
        </p:nvSpPr>
        <p:spPr>
          <a:xfrm>
            <a:off x="4197565"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9" name="Content Placeholder 12">
            <a:extLst>
              <a:ext uri="{FF2B5EF4-FFF2-40B4-BE49-F238E27FC236}">
                <a16:creationId xmlns:a16="http://schemas.microsoft.com/office/drawing/2014/main" id="{77A067BD-3E34-1781-71FD-678A88E494FB}"/>
              </a:ext>
            </a:extLst>
          </p:cNvPr>
          <p:cNvSpPr>
            <a:spLocks noGrp="1"/>
          </p:cNvSpPr>
          <p:nvPr>
            <p:ph sz="quarter" idx="14"/>
          </p:nvPr>
        </p:nvSpPr>
        <p:spPr>
          <a:xfrm>
            <a:off x="587112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4" name="Google Shape;17;p4">
            <a:extLst>
              <a:ext uri="{FF2B5EF4-FFF2-40B4-BE49-F238E27FC236}">
                <a16:creationId xmlns:a16="http://schemas.microsoft.com/office/drawing/2014/main" id="{2B43BA10-CDD3-FC24-8247-CB5C2EC5B57D}"/>
              </a:ext>
            </a:extLst>
          </p:cNvPr>
          <p:cNvSpPr txBox="1">
            <a:spLocks noGrp="1"/>
          </p:cNvSpPr>
          <p:nvPr>
            <p:ph type="body" idx="18"/>
          </p:nvPr>
        </p:nvSpPr>
        <p:spPr>
          <a:xfrm>
            <a:off x="553959" y="1304818"/>
            <a:ext cx="2640695" cy="461738"/>
          </a:xfrm>
          <a:prstGeom prst="rect">
            <a:avLst/>
          </a:prstGeom>
          <a:no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Google Shape;17;p4">
            <a:extLst>
              <a:ext uri="{FF2B5EF4-FFF2-40B4-BE49-F238E27FC236}">
                <a16:creationId xmlns:a16="http://schemas.microsoft.com/office/drawing/2014/main" id="{B51910B7-6079-16DB-E417-CE441BA9BED7}"/>
              </a:ext>
            </a:extLst>
          </p:cNvPr>
          <p:cNvSpPr txBox="1">
            <a:spLocks noGrp="1"/>
          </p:cNvSpPr>
          <p:nvPr>
            <p:ph type="body" idx="1"/>
          </p:nvPr>
        </p:nvSpPr>
        <p:spPr>
          <a:xfrm>
            <a:off x="553958" y="1815921"/>
            <a:ext cx="2640696" cy="43174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buClr>
              <a:buSzPct val="100000"/>
              <a:buChar char="•"/>
              <a:defRPr sz="14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32366984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for EE page">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B6C0CE4-C938-389D-F157-765688287349}"/>
              </a:ext>
            </a:extLst>
          </p:cNvPr>
          <p:cNvGraphicFramePr>
            <a:graphicFrameLocks noChangeAspect="1"/>
          </p:cNvGraphicFramePr>
          <p:nvPr userDrawn="1">
            <p:custDataLst>
              <p:tags r:id="rId1"/>
            </p:custDataLst>
            <p:extLst>
              <p:ext uri="{D42A27DB-BD31-4B8C-83A1-F6EECF244321}">
                <p14:modId xmlns:p14="http://schemas.microsoft.com/office/powerpoint/2010/main" val="1150669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12" name="think-cell data - do not delete" hidden="1">
                        <a:extLst>
                          <a:ext uri="{FF2B5EF4-FFF2-40B4-BE49-F238E27FC236}">
                            <a16:creationId xmlns:a16="http://schemas.microsoft.com/office/drawing/2014/main" id="{FB6C0CE4-C938-389D-F157-7656882873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2" name="Rectangle 1">
            <a:extLst>
              <a:ext uri="{FF2B5EF4-FFF2-40B4-BE49-F238E27FC236}">
                <a16:creationId xmlns:a16="http://schemas.microsoft.com/office/drawing/2014/main" id="{482664C5-790D-17D4-5C7F-DE54853BF5A0}"/>
              </a:ext>
            </a:extLst>
          </p:cNvPr>
          <p:cNvSpPr/>
          <p:nvPr userDrawn="1"/>
        </p:nvSpPr>
        <p:spPr>
          <a:xfrm>
            <a:off x="-7545" y="0"/>
            <a:ext cx="376370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2" algn="l"/>
            <a:r>
              <a:rPr lang="en-US" sz="3600" b="1" dirty="0"/>
              <a:t>Agenda</a:t>
            </a:r>
          </a:p>
        </p:txBody>
      </p:sp>
      <p:sp>
        <p:nvSpPr>
          <p:cNvPr id="15" name="Title 1">
            <a:extLst>
              <a:ext uri="{FF2B5EF4-FFF2-40B4-BE49-F238E27FC236}">
                <a16:creationId xmlns:a16="http://schemas.microsoft.com/office/drawing/2014/main" id="{86A0F1C9-6F33-22D2-6815-12FAB8170078}"/>
              </a:ext>
            </a:extLst>
          </p:cNvPr>
          <p:cNvSpPr txBox="1">
            <a:spLocks/>
          </p:cNvSpPr>
          <p:nvPr userDrawn="1"/>
        </p:nvSpPr>
        <p:spPr>
          <a:xfrm>
            <a:off x="8970873" y="881205"/>
            <a:ext cx="2876521" cy="84722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b="1" dirty="0">
                <a:solidFill>
                  <a:schemeClr val="bg1"/>
                </a:solidFill>
              </a:rPr>
              <a:t>[Implications]</a:t>
            </a:r>
          </a:p>
        </p:txBody>
      </p:sp>
      <p:sp>
        <p:nvSpPr>
          <p:cNvPr id="17" name="Title 1">
            <a:extLst>
              <a:ext uri="{FF2B5EF4-FFF2-40B4-BE49-F238E27FC236}">
                <a16:creationId xmlns:a16="http://schemas.microsoft.com/office/drawing/2014/main" id="{99B18E0F-4270-0E20-C95F-A66C44ABEFD9}"/>
              </a:ext>
            </a:extLst>
          </p:cNvPr>
          <p:cNvSpPr txBox="1">
            <a:spLocks/>
          </p:cNvSpPr>
          <p:nvPr userDrawn="1"/>
        </p:nvSpPr>
        <p:spPr>
          <a:xfrm>
            <a:off x="8970874" y="1804440"/>
            <a:ext cx="2876521" cy="84722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285750" indent="-285750">
              <a:buFont typeface="Arial" panose="020B0604020202020204" pitchFamily="34" charset="0"/>
              <a:buChar char="•"/>
            </a:pPr>
            <a:r>
              <a:rPr lang="en-US" sz="1800" b="0" dirty="0">
                <a:solidFill>
                  <a:schemeClr val="bg1"/>
                </a:solidFill>
              </a:rPr>
              <a:t>Text</a:t>
            </a:r>
          </a:p>
        </p:txBody>
      </p:sp>
    </p:spTree>
    <p:extLst>
      <p:ext uri="{BB962C8B-B14F-4D97-AF65-F5344CB8AC3E}">
        <p14:creationId xmlns:p14="http://schemas.microsoft.com/office/powerpoint/2010/main" val="1235664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ternative agenda (outdate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792582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389" imgH="396" progId="TCLayout.ActiveDocument.1">
                  <p:embed/>
                </p:oleObj>
              </mc:Choice>
              <mc:Fallback>
                <p:oleObj name="think-cell Slide" r:id="rId40"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hasCustomPrompt="1"/>
          </p:nvPr>
        </p:nvSpPr>
        <p:spPr/>
        <p:txBody>
          <a:bodyPr vert="horz"/>
          <a:lstStyle>
            <a:lvl1pPr>
              <a:defRPr/>
            </a:lvl1pPr>
          </a:lstStyle>
          <a:p>
            <a:r>
              <a:rPr lang="en-US" dirty="0"/>
              <a:t>Agenda</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29" name="Rectangle 28">
            <a:hlinkClick r:id="" action="ppaction://noaction"/>
            <a:extLst>
              <a:ext uri="{FF2B5EF4-FFF2-40B4-BE49-F238E27FC236}">
                <a16:creationId xmlns:a16="http://schemas.microsoft.com/office/drawing/2014/main" id="{DE54DD6C-E64F-C634-15CC-EABA9D62ADCA}"/>
              </a:ext>
            </a:extLst>
          </p:cNvPr>
          <p:cNvSpPr/>
          <p:nvPr userDrawn="1">
            <p:custDataLst>
              <p:tags r:id="rId2"/>
            </p:custDataLst>
          </p:nvPr>
        </p:nvSpPr>
        <p:spPr>
          <a:xfrm>
            <a:off x="11559659" y="5534506"/>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111</a:t>
            </a:r>
          </a:p>
        </p:txBody>
      </p:sp>
      <p:sp>
        <p:nvSpPr>
          <p:cNvPr id="30" name="Rectangle 29">
            <a:hlinkClick r:id="" action="ppaction://noaction"/>
            <a:extLst>
              <a:ext uri="{FF2B5EF4-FFF2-40B4-BE49-F238E27FC236}">
                <a16:creationId xmlns:a16="http://schemas.microsoft.com/office/drawing/2014/main" id="{6706F788-C9DD-1112-F1B6-B632E6CC3947}"/>
              </a:ext>
            </a:extLst>
          </p:cNvPr>
          <p:cNvSpPr/>
          <p:nvPr userDrawn="1">
            <p:custDataLst>
              <p:tags r:id="rId3"/>
            </p:custDataLst>
          </p:nvPr>
        </p:nvSpPr>
        <p:spPr>
          <a:xfrm>
            <a:off x="7341153" y="5534506"/>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31" name="Rectangle 30">
            <a:hlinkClick r:id="" action="ppaction://noaction"/>
            <a:extLst>
              <a:ext uri="{FF2B5EF4-FFF2-40B4-BE49-F238E27FC236}">
                <a16:creationId xmlns:a16="http://schemas.microsoft.com/office/drawing/2014/main" id="{4C77EB4A-CF16-C1EF-1CF2-01ACB56FF52F}"/>
              </a:ext>
            </a:extLst>
          </p:cNvPr>
          <p:cNvSpPr/>
          <p:nvPr userDrawn="1">
            <p:custDataLst>
              <p:tags r:id="rId4"/>
            </p:custDataLst>
          </p:nvPr>
        </p:nvSpPr>
        <p:spPr>
          <a:xfrm>
            <a:off x="905043" y="5534506"/>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Appendix</a:t>
            </a:r>
          </a:p>
        </p:txBody>
      </p:sp>
      <p:sp>
        <p:nvSpPr>
          <p:cNvPr id="32" name="Rectangle 31">
            <a:hlinkClick r:id="" action="ppaction://noaction"/>
            <a:extLst>
              <a:ext uri="{FF2B5EF4-FFF2-40B4-BE49-F238E27FC236}">
                <a16:creationId xmlns:a16="http://schemas.microsoft.com/office/drawing/2014/main" id="{EC18E0D0-14A2-DB0D-EAD8-8FDF58E41A15}"/>
              </a:ext>
            </a:extLst>
          </p:cNvPr>
          <p:cNvSpPr/>
          <p:nvPr userDrawn="1">
            <p:custDataLst>
              <p:tags r:id="rId5"/>
            </p:custDataLst>
          </p:nvPr>
        </p:nvSpPr>
        <p:spPr>
          <a:xfrm>
            <a:off x="441433" y="5534506"/>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6</a:t>
            </a:r>
          </a:p>
        </p:txBody>
      </p:sp>
      <p:sp>
        <p:nvSpPr>
          <p:cNvPr id="33" name="Rectangle 32">
            <a:hlinkClick r:id="" action="ppaction://noaction"/>
            <a:extLst>
              <a:ext uri="{FF2B5EF4-FFF2-40B4-BE49-F238E27FC236}">
                <a16:creationId xmlns:a16="http://schemas.microsoft.com/office/drawing/2014/main" id="{E8483ECA-9E42-0C89-E8F8-36A3A58D097F}"/>
              </a:ext>
            </a:extLst>
          </p:cNvPr>
          <p:cNvSpPr/>
          <p:nvPr userDrawn="1">
            <p:custDataLst>
              <p:tags r:id="rId6"/>
            </p:custDataLst>
          </p:nvPr>
        </p:nvSpPr>
        <p:spPr>
          <a:xfrm>
            <a:off x="11559659" y="5070896"/>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110</a:t>
            </a:r>
          </a:p>
        </p:txBody>
      </p:sp>
      <p:sp>
        <p:nvSpPr>
          <p:cNvPr id="34" name="Rectangle 33">
            <a:hlinkClick r:id="" action="ppaction://noaction"/>
            <a:extLst>
              <a:ext uri="{FF2B5EF4-FFF2-40B4-BE49-F238E27FC236}">
                <a16:creationId xmlns:a16="http://schemas.microsoft.com/office/drawing/2014/main" id="{56996674-B46D-C15E-95EE-6F8331FE564A}"/>
              </a:ext>
            </a:extLst>
          </p:cNvPr>
          <p:cNvSpPr/>
          <p:nvPr userDrawn="1">
            <p:custDataLst>
              <p:tags r:id="rId7"/>
            </p:custDataLst>
          </p:nvPr>
        </p:nvSpPr>
        <p:spPr>
          <a:xfrm>
            <a:off x="7341153" y="5070896"/>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35" name="Rectangle 34">
            <a:hlinkClick r:id="" action="ppaction://noaction"/>
            <a:extLst>
              <a:ext uri="{FF2B5EF4-FFF2-40B4-BE49-F238E27FC236}">
                <a16:creationId xmlns:a16="http://schemas.microsoft.com/office/drawing/2014/main" id="{82A0875A-BDF4-CA00-C432-BACFFEAD8A62}"/>
              </a:ext>
            </a:extLst>
          </p:cNvPr>
          <p:cNvSpPr/>
          <p:nvPr userDrawn="1">
            <p:custDataLst>
              <p:tags r:id="rId8"/>
            </p:custDataLst>
          </p:nvPr>
        </p:nvSpPr>
        <p:spPr>
          <a:xfrm>
            <a:off x="905043" y="5070896"/>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Customer</a:t>
            </a:r>
          </a:p>
        </p:txBody>
      </p:sp>
      <p:sp>
        <p:nvSpPr>
          <p:cNvPr id="36" name="Rectangle 35">
            <a:hlinkClick r:id="" action="ppaction://noaction"/>
            <a:extLst>
              <a:ext uri="{FF2B5EF4-FFF2-40B4-BE49-F238E27FC236}">
                <a16:creationId xmlns:a16="http://schemas.microsoft.com/office/drawing/2014/main" id="{B50F91D1-13EB-76D1-894A-D0F652B225EC}"/>
              </a:ext>
            </a:extLst>
          </p:cNvPr>
          <p:cNvSpPr/>
          <p:nvPr userDrawn="1">
            <p:custDataLst>
              <p:tags r:id="rId9"/>
            </p:custDataLst>
          </p:nvPr>
        </p:nvSpPr>
        <p:spPr>
          <a:xfrm>
            <a:off x="441433" y="5070896"/>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5</a:t>
            </a:r>
          </a:p>
        </p:txBody>
      </p:sp>
      <p:sp>
        <p:nvSpPr>
          <p:cNvPr id="37" name="Rectangle 36">
            <a:hlinkClick r:id="" action="ppaction://noaction"/>
            <a:extLst>
              <a:ext uri="{FF2B5EF4-FFF2-40B4-BE49-F238E27FC236}">
                <a16:creationId xmlns:a16="http://schemas.microsoft.com/office/drawing/2014/main" id="{559D2216-EDFA-3DA3-F44C-B823DC329B3A}"/>
              </a:ext>
            </a:extLst>
          </p:cNvPr>
          <p:cNvSpPr/>
          <p:nvPr userDrawn="1">
            <p:custDataLst>
              <p:tags r:id="rId10"/>
            </p:custDataLst>
          </p:nvPr>
        </p:nvSpPr>
        <p:spPr>
          <a:xfrm>
            <a:off x="11559659" y="4607285"/>
            <a:ext cx="104196" cy="400111"/>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109</a:t>
            </a:r>
          </a:p>
        </p:txBody>
      </p:sp>
      <p:sp>
        <p:nvSpPr>
          <p:cNvPr id="38" name="Rectangle 37">
            <a:hlinkClick r:id="" action="ppaction://noaction"/>
            <a:extLst>
              <a:ext uri="{FF2B5EF4-FFF2-40B4-BE49-F238E27FC236}">
                <a16:creationId xmlns:a16="http://schemas.microsoft.com/office/drawing/2014/main" id="{20FE30FF-C2F2-1F69-24B6-5EFE049420F0}"/>
              </a:ext>
            </a:extLst>
          </p:cNvPr>
          <p:cNvSpPr/>
          <p:nvPr userDrawn="1">
            <p:custDataLst>
              <p:tags r:id="rId11"/>
            </p:custDataLst>
          </p:nvPr>
        </p:nvSpPr>
        <p:spPr>
          <a:xfrm>
            <a:off x="7341153" y="4607285"/>
            <a:ext cx="65" cy="400111"/>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39" name="Rectangle 38">
            <a:hlinkClick r:id="" action="ppaction://noaction"/>
            <a:extLst>
              <a:ext uri="{FF2B5EF4-FFF2-40B4-BE49-F238E27FC236}">
                <a16:creationId xmlns:a16="http://schemas.microsoft.com/office/drawing/2014/main" id="{3F4F6E9A-F47C-4415-89DE-1DAA9AE625B5}"/>
              </a:ext>
            </a:extLst>
          </p:cNvPr>
          <p:cNvSpPr/>
          <p:nvPr userDrawn="1">
            <p:custDataLst>
              <p:tags r:id="rId12"/>
            </p:custDataLst>
          </p:nvPr>
        </p:nvSpPr>
        <p:spPr>
          <a:xfrm>
            <a:off x="905043" y="4607285"/>
            <a:ext cx="2217667" cy="400111"/>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Competitor</a:t>
            </a:r>
          </a:p>
        </p:txBody>
      </p:sp>
      <p:sp>
        <p:nvSpPr>
          <p:cNvPr id="40" name="Rectangle 39">
            <a:hlinkClick r:id="" action="ppaction://noaction"/>
            <a:extLst>
              <a:ext uri="{FF2B5EF4-FFF2-40B4-BE49-F238E27FC236}">
                <a16:creationId xmlns:a16="http://schemas.microsoft.com/office/drawing/2014/main" id="{00AA02F0-7CF5-8B93-9F24-F12E6B3E3101}"/>
              </a:ext>
            </a:extLst>
          </p:cNvPr>
          <p:cNvSpPr/>
          <p:nvPr userDrawn="1">
            <p:custDataLst>
              <p:tags r:id="rId13"/>
            </p:custDataLst>
          </p:nvPr>
        </p:nvSpPr>
        <p:spPr>
          <a:xfrm>
            <a:off x="441433" y="4607285"/>
            <a:ext cx="400110" cy="400111"/>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4</a:t>
            </a:r>
          </a:p>
        </p:txBody>
      </p:sp>
      <p:sp>
        <p:nvSpPr>
          <p:cNvPr id="41" name="Rectangle 40">
            <a:hlinkClick r:id="" action="ppaction://noaction"/>
            <a:extLst>
              <a:ext uri="{FF2B5EF4-FFF2-40B4-BE49-F238E27FC236}">
                <a16:creationId xmlns:a16="http://schemas.microsoft.com/office/drawing/2014/main" id="{FC6E898E-9181-82C6-0AF4-206086986DDA}"/>
              </a:ext>
            </a:extLst>
          </p:cNvPr>
          <p:cNvSpPr/>
          <p:nvPr userDrawn="1">
            <p:custDataLst>
              <p:tags r:id="rId14"/>
            </p:custDataLst>
          </p:nvPr>
        </p:nvSpPr>
        <p:spPr>
          <a:xfrm>
            <a:off x="11559659" y="414367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108</a:t>
            </a:r>
          </a:p>
        </p:txBody>
      </p:sp>
      <p:sp>
        <p:nvSpPr>
          <p:cNvPr id="42" name="Rectangle 41">
            <a:hlinkClick r:id="" action="ppaction://noaction"/>
            <a:extLst>
              <a:ext uri="{FF2B5EF4-FFF2-40B4-BE49-F238E27FC236}">
                <a16:creationId xmlns:a16="http://schemas.microsoft.com/office/drawing/2014/main" id="{ADD57266-CD4E-267F-815D-7F6216E85123}"/>
              </a:ext>
            </a:extLst>
          </p:cNvPr>
          <p:cNvSpPr/>
          <p:nvPr userDrawn="1">
            <p:custDataLst>
              <p:tags r:id="rId15"/>
            </p:custDataLst>
          </p:nvPr>
        </p:nvSpPr>
        <p:spPr>
          <a:xfrm>
            <a:off x="7341153" y="414367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43" name="Rectangle 42">
            <a:hlinkClick r:id="" action="ppaction://noaction"/>
            <a:extLst>
              <a:ext uri="{FF2B5EF4-FFF2-40B4-BE49-F238E27FC236}">
                <a16:creationId xmlns:a16="http://schemas.microsoft.com/office/drawing/2014/main" id="{DE69AF1F-000F-EEC0-68D9-75B027987538}"/>
              </a:ext>
            </a:extLst>
          </p:cNvPr>
          <p:cNvSpPr/>
          <p:nvPr userDrawn="1">
            <p:custDataLst>
              <p:tags r:id="rId16"/>
            </p:custDataLst>
          </p:nvPr>
        </p:nvSpPr>
        <p:spPr>
          <a:xfrm>
            <a:off x="1368653" y="4143675"/>
            <a:ext cx="175405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Scenarios</a:t>
            </a:r>
          </a:p>
        </p:txBody>
      </p:sp>
      <p:sp>
        <p:nvSpPr>
          <p:cNvPr id="44" name="Rectangle 43">
            <a:hlinkClick r:id="" action="ppaction://noaction"/>
            <a:extLst>
              <a:ext uri="{FF2B5EF4-FFF2-40B4-BE49-F238E27FC236}">
                <a16:creationId xmlns:a16="http://schemas.microsoft.com/office/drawing/2014/main" id="{29FB23FE-3C29-61DC-9189-38D09872DEEC}"/>
              </a:ext>
            </a:extLst>
          </p:cNvPr>
          <p:cNvSpPr/>
          <p:nvPr userDrawn="1">
            <p:custDataLst>
              <p:tags r:id="rId17"/>
            </p:custDataLst>
          </p:nvPr>
        </p:nvSpPr>
        <p:spPr>
          <a:xfrm>
            <a:off x="905043" y="414367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3.3</a:t>
            </a:r>
          </a:p>
        </p:txBody>
      </p:sp>
      <p:sp>
        <p:nvSpPr>
          <p:cNvPr id="45" name="Rectangle 44">
            <a:hlinkClick r:id="" action="ppaction://noaction"/>
            <a:extLst>
              <a:ext uri="{FF2B5EF4-FFF2-40B4-BE49-F238E27FC236}">
                <a16:creationId xmlns:a16="http://schemas.microsoft.com/office/drawing/2014/main" id="{073AA394-5A73-A26E-CFB6-8D5D7D8674AF}"/>
              </a:ext>
            </a:extLst>
          </p:cNvPr>
          <p:cNvSpPr/>
          <p:nvPr userDrawn="1">
            <p:custDataLst>
              <p:tags r:id="rId18"/>
            </p:custDataLst>
          </p:nvPr>
        </p:nvSpPr>
        <p:spPr>
          <a:xfrm>
            <a:off x="11559659" y="368006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107</a:t>
            </a:r>
          </a:p>
        </p:txBody>
      </p:sp>
      <p:sp>
        <p:nvSpPr>
          <p:cNvPr id="46" name="Rectangle 45">
            <a:hlinkClick r:id="" action="ppaction://noaction"/>
            <a:extLst>
              <a:ext uri="{FF2B5EF4-FFF2-40B4-BE49-F238E27FC236}">
                <a16:creationId xmlns:a16="http://schemas.microsoft.com/office/drawing/2014/main" id="{6FA8B77A-CFB1-64DE-B509-42EA22AD4F31}"/>
              </a:ext>
            </a:extLst>
          </p:cNvPr>
          <p:cNvSpPr/>
          <p:nvPr userDrawn="1">
            <p:custDataLst>
              <p:tags r:id="rId19"/>
            </p:custDataLst>
          </p:nvPr>
        </p:nvSpPr>
        <p:spPr>
          <a:xfrm>
            <a:off x="7341153" y="368006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47" name="Rectangle 46">
            <a:hlinkClick r:id="" action="ppaction://noaction"/>
            <a:extLst>
              <a:ext uri="{FF2B5EF4-FFF2-40B4-BE49-F238E27FC236}">
                <a16:creationId xmlns:a16="http://schemas.microsoft.com/office/drawing/2014/main" id="{E04B49DE-0D97-02DB-CA42-A5B17715F562}"/>
              </a:ext>
            </a:extLst>
          </p:cNvPr>
          <p:cNvSpPr/>
          <p:nvPr userDrawn="1">
            <p:custDataLst>
              <p:tags r:id="rId20"/>
            </p:custDataLst>
          </p:nvPr>
        </p:nvSpPr>
        <p:spPr>
          <a:xfrm>
            <a:off x="1368653" y="3680065"/>
            <a:ext cx="175405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Growth</a:t>
            </a:r>
          </a:p>
        </p:txBody>
      </p:sp>
      <p:sp>
        <p:nvSpPr>
          <p:cNvPr id="48" name="Rectangle 47">
            <a:hlinkClick r:id="" action="ppaction://noaction"/>
            <a:extLst>
              <a:ext uri="{FF2B5EF4-FFF2-40B4-BE49-F238E27FC236}">
                <a16:creationId xmlns:a16="http://schemas.microsoft.com/office/drawing/2014/main" id="{F627BAB2-6B72-1958-AA11-10CC94C0B1CA}"/>
              </a:ext>
            </a:extLst>
          </p:cNvPr>
          <p:cNvSpPr/>
          <p:nvPr userDrawn="1">
            <p:custDataLst>
              <p:tags r:id="rId21"/>
            </p:custDataLst>
          </p:nvPr>
        </p:nvSpPr>
        <p:spPr>
          <a:xfrm>
            <a:off x="905043" y="368006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3.2</a:t>
            </a:r>
          </a:p>
        </p:txBody>
      </p:sp>
      <p:sp>
        <p:nvSpPr>
          <p:cNvPr id="49" name="Rectangle 48">
            <a:hlinkClick r:id="" action="ppaction://noaction"/>
            <a:extLst>
              <a:ext uri="{FF2B5EF4-FFF2-40B4-BE49-F238E27FC236}">
                <a16:creationId xmlns:a16="http://schemas.microsoft.com/office/drawing/2014/main" id="{4A5BB167-CD8D-1315-52C1-92710CFFDE6F}"/>
              </a:ext>
            </a:extLst>
          </p:cNvPr>
          <p:cNvSpPr/>
          <p:nvPr userDrawn="1">
            <p:custDataLst>
              <p:tags r:id="rId22"/>
            </p:custDataLst>
          </p:nvPr>
        </p:nvSpPr>
        <p:spPr>
          <a:xfrm>
            <a:off x="11559659" y="321645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106</a:t>
            </a:r>
          </a:p>
        </p:txBody>
      </p:sp>
      <p:sp>
        <p:nvSpPr>
          <p:cNvPr id="50" name="Rectangle 49">
            <a:hlinkClick r:id="" action="ppaction://noaction"/>
            <a:extLst>
              <a:ext uri="{FF2B5EF4-FFF2-40B4-BE49-F238E27FC236}">
                <a16:creationId xmlns:a16="http://schemas.microsoft.com/office/drawing/2014/main" id="{00816446-1ACF-9A25-4055-A3CFEEB71177}"/>
              </a:ext>
            </a:extLst>
          </p:cNvPr>
          <p:cNvSpPr/>
          <p:nvPr userDrawn="1">
            <p:custDataLst>
              <p:tags r:id="rId23"/>
            </p:custDataLst>
          </p:nvPr>
        </p:nvSpPr>
        <p:spPr>
          <a:xfrm>
            <a:off x="7341153" y="321645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51" name="Rectangle 50">
            <a:hlinkClick r:id="" action="ppaction://noaction"/>
            <a:extLst>
              <a:ext uri="{FF2B5EF4-FFF2-40B4-BE49-F238E27FC236}">
                <a16:creationId xmlns:a16="http://schemas.microsoft.com/office/drawing/2014/main" id="{62C2F45F-4BD0-1096-3C9E-CF2DE7AAB1EC}"/>
              </a:ext>
            </a:extLst>
          </p:cNvPr>
          <p:cNvSpPr/>
          <p:nvPr userDrawn="1">
            <p:custDataLst>
              <p:tags r:id="rId24"/>
            </p:custDataLst>
          </p:nvPr>
        </p:nvSpPr>
        <p:spPr>
          <a:xfrm>
            <a:off x="1368653" y="3216455"/>
            <a:ext cx="175405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Size</a:t>
            </a:r>
          </a:p>
        </p:txBody>
      </p:sp>
      <p:sp>
        <p:nvSpPr>
          <p:cNvPr id="52" name="Rectangle 51">
            <a:hlinkClick r:id="" action="ppaction://noaction"/>
            <a:extLst>
              <a:ext uri="{FF2B5EF4-FFF2-40B4-BE49-F238E27FC236}">
                <a16:creationId xmlns:a16="http://schemas.microsoft.com/office/drawing/2014/main" id="{B724CB08-0513-18FA-217B-871285F049B8}"/>
              </a:ext>
            </a:extLst>
          </p:cNvPr>
          <p:cNvSpPr/>
          <p:nvPr userDrawn="1">
            <p:custDataLst>
              <p:tags r:id="rId25"/>
            </p:custDataLst>
          </p:nvPr>
        </p:nvSpPr>
        <p:spPr>
          <a:xfrm>
            <a:off x="905043" y="321645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3.1</a:t>
            </a:r>
          </a:p>
        </p:txBody>
      </p:sp>
      <p:sp>
        <p:nvSpPr>
          <p:cNvPr id="53" name="Rectangle 52">
            <a:hlinkClick r:id="" action="ppaction://noaction"/>
            <a:extLst>
              <a:ext uri="{FF2B5EF4-FFF2-40B4-BE49-F238E27FC236}">
                <a16:creationId xmlns:a16="http://schemas.microsoft.com/office/drawing/2014/main" id="{F6486EAC-4ABB-3FEA-ADC5-35819D9305C6}"/>
              </a:ext>
            </a:extLst>
          </p:cNvPr>
          <p:cNvSpPr/>
          <p:nvPr userDrawn="1">
            <p:custDataLst>
              <p:tags r:id="rId26"/>
            </p:custDataLst>
          </p:nvPr>
        </p:nvSpPr>
        <p:spPr>
          <a:xfrm>
            <a:off x="11559659" y="275284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105</a:t>
            </a:r>
          </a:p>
        </p:txBody>
      </p:sp>
      <p:sp>
        <p:nvSpPr>
          <p:cNvPr id="54" name="Rectangle 53">
            <a:hlinkClick r:id="" action="ppaction://noaction"/>
            <a:extLst>
              <a:ext uri="{FF2B5EF4-FFF2-40B4-BE49-F238E27FC236}">
                <a16:creationId xmlns:a16="http://schemas.microsoft.com/office/drawing/2014/main" id="{BF50FB61-35E5-9875-5100-1CB95B9823FE}"/>
              </a:ext>
            </a:extLst>
          </p:cNvPr>
          <p:cNvSpPr/>
          <p:nvPr userDrawn="1">
            <p:custDataLst>
              <p:tags r:id="rId27"/>
            </p:custDataLst>
          </p:nvPr>
        </p:nvSpPr>
        <p:spPr>
          <a:xfrm>
            <a:off x="7341153" y="275284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55" name="Rectangle 54">
            <a:hlinkClick r:id="" action="ppaction://noaction"/>
            <a:extLst>
              <a:ext uri="{FF2B5EF4-FFF2-40B4-BE49-F238E27FC236}">
                <a16:creationId xmlns:a16="http://schemas.microsoft.com/office/drawing/2014/main" id="{92A71639-F945-8F55-8A00-FC1F73D69720}"/>
              </a:ext>
            </a:extLst>
          </p:cNvPr>
          <p:cNvSpPr/>
          <p:nvPr userDrawn="1">
            <p:custDataLst>
              <p:tags r:id="rId28"/>
            </p:custDataLst>
          </p:nvPr>
        </p:nvSpPr>
        <p:spPr>
          <a:xfrm>
            <a:off x="905043" y="2752845"/>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Market</a:t>
            </a:r>
          </a:p>
        </p:txBody>
      </p:sp>
      <p:sp>
        <p:nvSpPr>
          <p:cNvPr id="56" name="Rectangle 55">
            <a:hlinkClick r:id="" action="ppaction://noaction"/>
            <a:extLst>
              <a:ext uri="{FF2B5EF4-FFF2-40B4-BE49-F238E27FC236}">
                <a16:creationId xmlns:a16="http://schemas.microsoft.com/office/drawing/2014/main" id="{45CDF902-048C-3D77-3176-5CD600238750}"/>
              </a:ext>
            </a:extLst>
          </p:cNvPr>
          <p:cNvSpPr/>
          <p:nvPr userDrawn="1">
            <p:custDataLst>
              <p:tags r:id="rId29"/>
            </p:custDataLst>
          </p:nvPr>
        </p:nvSpPr>
        <p:spPr>
          <a:xfrm>
            <a:off x="441433" y="275284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a:t>
            </a:r>
          </a:p>
        </p:txBody>
      </p:sp>
      <p:sp>
        <p:nvSpPr>
          <p:cNvPr id="57" name="Rectangle 56">
            <a:hlinkClick r:id="" action="ppaction://noaction"/>
            <a:extLst>
              <a:ext uri="{FF2B5EF4-FFF2-40B4-BE49-F238E27FC236}">
                <a16:creationId xmlns:a16="http://schemas.microsoft.com/office/drawing/2014/main" id="{D6DD779D-4F33-374A-677C-5C036AC76325}"/>
              </a:ext>
            </a:extLst>
          </p:cNvPr>
          <p:cNvSpPr/>
          <p:nvPr userDrawn="1">
            <p:custDataLst>
              <p:tags r:id="rId30"/>
            </p:custDataLst>
          </p:nvPr>
        </p:nvSpPr>
        <p:spPr>
          <a:xfrm>
            <a:off x="11559659" y="228923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104</a:t>
            </a:r>
          </a:p>
        </p:txBody>
      </p:sp>
      <p:sp>
        <p:nvSpPr>
          <p:cNvPr id="58" name="Rectangle 57">
            <a:hlinkClick r:id="" action="ppaction://noaction"/>
            <a:extLst>
              <a:ext uri="{FF2B5EF4-FFF2-40B4-BE49-F238E27FC236}">
                <a16:creationId xmlns:a16="http://schemas.microsoft.com/office/drawing/2014/main" id="{56673297-153A-9B0A-45C1-DA5733BC899E}"/>
              </a:ext>
            </a:extLst>
          </p:cNvPr>
          <p:cNvSpPr/>
          <p:nvPr userDrawn="1">
            <p:custDataLst>
              <p:tags r:id="rId31"/>
            </p:custDataLst>
          </p:nvPr>
        </p:nvSpPr>
        <p:spPr>
          <a:xfrm>
            <a:off x="7341153" y="228923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59" name="Rectangle 58">
            <a:hlinkClick r:id="" action="ppaction://noaction"/>
            <a:extLst>
              <a:ext uri="{FF2B5EF4-FFF2-40B4-BE49-F238E27FC236}">
                <a16:creationId xmlns:a16="http://schemas.microsoft.com/office/drawing/2014/main" id="{ECD15BAE-A6B8-DDB2-0489-815D1D8EB965}"/>
              </a:ext>
            </a:extLst>
          </p:cNvPr>
          <p:cNvSpPr/>
          <p:nvPr userDrawn="1">
            <p:custDataLst>
              <p:tags r:id="rId32"/>
            </p:custDataLst>
          </p:nvPr>
        </p:nvSpPr>
        <p:spPr>
          <a:xfrm>
            <a:off x="905043" y="2289235"/>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Executive Summary</a:t>
            </a:r>
          </a:p>
        </p:txBody>
      </p:sp>
      <p:sp>
        <p:nvSpPr>
          <p:cNvPr id="60" name="Rectangle 59">
            <a:hlinkClick r:id="" action="ppaction://noaction"/>
            <a:extLst>
              <a:ext uri="{FF2B5EF4-FFF2-40B4-BE49-F238E27FC236}">
                <a16:creationId xmlns:a16="http://schemas.microsoft.com/office/drawing/2014/main" id="{2C950C23-2B01-09AC-FE24-FBED24961D59}"/>
              </a:ext>
            </a:extLst>
          </p:cNvPr>
          <p:cNvSpPr/>
          <p:nvPr userDrawn="1">
            <p:custDataLst>
              <p:tags r:id="rId33"/>
            </p:custDataLst>
          </p:nvPr>
        </p:nvSpPr>
        <p:spPr>
          <a:xfrm>
            <a:off x="441433" y="228923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2</a:t>
            </a:r>
          </a:p>
        </p:txBody>
      </p:sp>
      <p:sp>
        <p:nvSpPr>
          <p:cNvPr id="61" name="Rectangle 60">
            <a:extLst>
              <a:ext uri="{FF2B5EF4-FFF2-40B4-BE49-F238E27FC236}">
                <a16:creationId xmlns:a16="http://schemas.microsoft.com/office/drawing/2014/main" id="{FE39809E-6D1A-3C4A-AFA8-78B149B83FAD}"/>
              </a:ext>
            </a:extLst>
          </p:cNvPr>
          <p:cNvSpPr/>
          <p:nvPr userDrawn="1">
            <p:custDataLst>
              <p:tags r:id="rId34"/>
            </p:custDataLst>
          </p:nvPr>
        </p:nvSpPr>
        <p:spPr>
          <a:xfrm>
            <a:off x="905043" y="1825625"/>
            <a:ext cx="10835012" cy="400110"/>
          </a:xfrm>
          <a:prstGeom prst="rect">
            <a:avLst/>
          </a:prstGeom>
          <a:solidFill>
            <a:srgbClr val="D9D9D9"/>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62" name="Rectangle 61">
            <a:hlinkClick r:id="" action="ppaction://noaction"/>
            <a:extLst>
              <a:ext uri="{FF2B5EF4-FFF2-40B4-BE49-F238E27FC236}">
                <a16:creationId xmlns:a16="http://schemas.microsoft.com/office/drawing/2014/main" id="{9E91546D-A0FC-AA18-2098-B3584067BD67}"/>
              </a:ext>
            </a:extLst>
          </p:cNvPr>
          <p:cNvSpPr/>
          <p:nvPr userDrawn="1">
            <p:custDataLst>
              <p:tags r:id="rId35"/>
            </p:custDataLst>
          </p:nvPr>
        </p:nvSpPr>
        <p:spPr>
          <a:xfrm>
            <a:off x="11559659" y="182562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103</a:t>
            </a:r>
          </a:p>
        </p:txBody>
      </p:sp>
      <p:sp>
        <p:nvSpPr>
          <p:cNvPr id="63" name="Rectangle 62">
            <a:hlinkClick r:id="" action="ppaction://noaction"/>
            <a:extLst>
              <a:ext uri="{FF2B5EF4-FFF2-40B4-BE49-F238E27FC236}">
                <a16:creationId xmlns:a16="http://schemas.microsoft.com/office/drawing/2014/main" id="{DC4BCED5-4C88-5E56-146A-EAB986150390}"/>
              </a:ext>
            </a:extLst>
          </p:cNvPr>
          <p:cNvSpPr/>
          <p:nvPr userDrawn="1">
            <p:custDataLst>
              <p:tags r:id="rId36"/>
            </p:custDataLst>
          </p:nvPr>
        </p:nvSpPr>
        <p:spPr>
          <a:xfrm>
            <a:off x="7341153" y="182562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64" name="Rectangle 63">
            <a:hlinkClick r:id="" action="ppaction://noaction"/>
            <a:extLst>
              <a:ext uri="{FF2B5EF4-FFF2-40B4-BE49-F238E27FC236}">
                <a16:creationId xmlns:a16="http://schemas.microsoft.com/office/drawing/2014/main" id="{4539A0DD-C56B-3E1A-6B05-9D79129562EF}"/>
              </a:ext>
            </a:extLst>
          </p:cNvPr>
          <p:cNvSpPr/>
          <p:nvPr userDrawn="1">
            <p:custDataLst>
              <p:tags r:id="rId37"/>
            </p:custDataLst>
          </p:nvPr>
        </p:nvSpPr>
        <p:spPr>
          <a:xfrm>
            <a:off x="905043" y="1825625"/>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dirty="0">
                <a:solidFill>
                  <a:schemeClr val="tx1"/>
                </a:solidFill>
              </a:rPr>
              <a:t>Process Update</a:t>
            </a:r>
          </a:p>
        </p:txBody>
      </p:sp>
      <p:sp>
        <p:nvSpPr>
          <p:cNvPr id="65" name="Rectangle 64">
            <a:hlinkClick r:id="" action="ppaction://noaction"/>
            <a:extLst>
              <a:ext uri="{FF2B5EF4-FFF2-40B4-BE49-F238E27FC236}">
                <a16:creationId xmlns:a16="http://schemas.microsoft.com/office/drawing/2014/main" id="{26F23169-AF60-63E7-33D3-B260752D99FE}"/>
              </a:ext>
            </a:extLst>
          </p:cNvPr>
          <p:cNvSpPr/>
          <p:nvPr userDrawn="1">
            <p:custDataLst>
              <p:tags r:id="rId38"/>
            </p:custDataLst>
          </p:nvPr>
        </p:nvSpPr>
        <p:spPr>
          <a:xfrm>
            <a:off x="441433" y="182562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1</a:t>
            </a:r>
          </a:p>
        </p:txBody>
      </p:sp>
    </p:spTree>
    <p:extLst>
      <p:ext uri="{BB962C8B-B14F-4D97-AF65-F5344CB8AC3E}">
        <p14:creationId xmlns:p14="http://schemas.microsoft.com/office/powerpoint/2010/main" val="676856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preserve="1" userDrawn="1">
  <p:cSld name="Confidentiality Notice">
    <p:spTree>
      <p:nvGrpSpPr>
        <p:cNvPr id="1" name="Shape 16"/>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49209C8-986A-7910-96D8-30CF041C017F}"/>
              </a:ext>
            </a:extLst>
          </p:cNvPr>
          <p:cNvGraphicFramePr>
            <a:graphicFrameLocks noChangeAspect="1"/>
          </p:cNvGraphicFramePr>
          <p:nvPr userDrawn="1">
            <p:custDataLst>
              <p:tags r:id="rId1"/>
            </p:custDataLst>
            <p:extLst>
              <p:ext uri="{D42A27DB-BD31-4B8C-83A1-F6EECF244321}">
                <p14:modId xmlns:p14="http://schemas.microsoft.com/office/powerpoint/2010/main" val="513537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2" name="think-cell data - do not delete" hidden="1">
                        <a:extLst>
                          <a:ext uri="{FF2B5EF4-FFF2-40B4-BE49-F238E27FC236}">
                            <a16:creationId xmlns:a16="http://schemas.microsoft.com/office/drawing/2014/main" id="{249209C8-986A-7910-96D8-30CF041C01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3" name="Google Shape;69;p14">
            <a:extLst>
              <a:ext uri="{FF2B5EF4-FFF2-40B4-BE49-F238E27FC236}">
                <a16:creationId xmlns:a16="http://schemas.microsoft.com/office/drawing/2014/main" id="{2CD5B935-A651-2CCC-695A-271A798E25A3}"/>
              </a:ext>
            </a:extLst>
          </p:cNvPr>
          <p:cNvSpPr txBox="1">
            <a:spLocks noGrp="1"/>
          </p:cNvSpPr>
          <p:nvPr>
            <p:ph type="body" idx="1"/>
          </p:nvPr>
        </p:nvSpPr>
        <p:spPr>
          <a:xfrm>
            <a:off x="646967" y="380867"/>
            <a:ext cx="11129600" cy="5710800"/>
          </a:xfrm>
          <a:prstGeom prst="rect">
            <a:avLst/>
          </a:prstGeom>
        </p:spPr>
        <p:txBody>
          <a:bodyPr spcFirstLastPara="1" vert="horz" wrap="square" lIns="0" tIns="121900" rIns="0" bIns="121900" rtlCol="0" anchor="t" anchorCtr="0">
            <a:normAutofit fontScale="85000" lnSpcReduction="10000"/>
          </a:bodyPr>
          <a:lstStyle/>
          <a:p>
            <a:pPr marL="0" indent="0">
              <a:spcBef>
                <a:spcPts val="2400"/>
              </a:spcBef>
              <a:buNone/>
            </a:pPr>
            <a:r>
              <a:rPr lang="en" sz="2267" b="1" dirty="0">
                <a:solidFill>
                  <a:schemeClr val="dk1"/>
                </a:solidFill>
              </a:rPr>
              <a:t>CONFIDENTIALITY &amp; NON-RELIANCE NOTICE</a:t>
            </a:r>
            <a:endParaRPr sz="2267" b="1" dirty="0">
              <a:solidFill>
                <a:schemeClr val="dk1"/>
              </a:solidFill>
            </a:endParaRPr>
          </a:p>
          <a:p>
            <a:pPr marL="0" indent="0">
              <a:spcBef>
                <a:spcPts val="1600"/>
              </a:spcBef>
              <a:buNone/>
            </a:pPr>
            <a:r>
              <a:rPr lang="en" sz="1467" b="1" dirty="0">
                <a:solidFill>
                  <a:schemeClr val="dk1"/>
                </a:solidFill>
              </a:rPr>
              <a:t>Confidential Information</a:t>
            </a:r>
            <a:br>
              <a:rPr lang="en" sz="1467" b="1" dirty="0">
                <a:solidFill>
                  <a:schemeClr val="dk1"/>
                </a:solidFill>
              </a:rPr>
            </a:br>
            <a:r>
              <a:rPr lang="en" sz="1467" dirty="0">
                <a:solidFill>
                  <a:schemeClr val="dk1"/>
                </a:solidFill>
              </a:rPr>
              <a:t> This document (together with any oral commentary and all other information furnished by </a:t>
            </a:r>
            <a:r>
              <a:rPr lang="en" sz="1467" b="1" dirty="0">
                <a:solidFill>
                  <a:schemeClr val="dk1"/>
                </a:solidFill>
              </a:rPr>
              <a:t>Solvea, Inc. (“Solvea”)  </a:t>
            </a:r>
            <a:r>
              <a:rPr lang="en" sz="1467" dirty="0">
                <a:solidFill>
                  <a:schemeClr val="dk1"/>
                </a:solidFill>
              </a:rPr>
              <a:t>in connection herewith, collectively, the “Materials”) is proprietary and strictly confidential. It is delivered solely for the internal use of the recipient named on the cover and may not be reproduced, disseminated, quoted, or referred to— in whole or in part—without the prior written consent of </a:t>
            </a:r>
            <a:r>
              <a:rPr lang="en" sz="1467" b="1" dirty="0">
                <a:solidFill>
                  <a:schemeClr val="dk1"/>
                </a:solidFill>
              </a:rPr>
              <a:t>Solvea</a:t>
            </a:r>
            <a:r>
              <a:rPr lang="en" sz="1467" dirty="0">
                <a:solidFill>
                  <a:schemeClr val="dk1"/>
                </a:solidFill>
              </a:rPr>
              <a:t>.</a:t>
            </a:r>
            <a:endParaRPr sz="1467" dirty="0">
              <a:solidFill>
                <a:schemeClr val="dk1"/>
              </a:solidFill>
            </a:endParaRPr>
          </a:p>
          <a:p>
            <a:pPr marL="0" indent="0">
              <a:spcBef>
                <a:spcPts val="1600"/>
              </a:spcBef>
              <a:buNone/>
            </a:pPr>
            <a:r>
              <a:rPr lang="en" sz="1467" b="1" dirty="0">
                <a:solidFill>
                  <a:schemeClr val="dk1"/>
                </a:solidFill>
              </a:rPr>
              <a:t>No Offer or Advice</a:t>
            </a:r>
            <a:br>
              <a:rPr lang="en" sz="1467" b="1" dirty="0">
                <a:solidFill>
                  <a:schemeClr val="dk1"/>
                </a:solidFill>
              </a:rPr>
            </a:br>
            <a:r>
              <a:rPr lang="en" sz="1467" dirty="0">
                <a:solidFill>
                  <a:schemeClr val="dk1"/>
                </a:solidFill>
              </a:rPr>
              <a:t> The Materials are provided for discussion purposes only. They do </a:t>
            </a:r>
            <a:r>
              <a:rPr lang="en" sz="1467" b="1" dirty="0">
                <a:solidFill>
                  <a:schemeClr val="dk1"/>
                </a:solidFill>
              </a:rPr>
              <a:t>not</a:t>
            </a:r>
            <a:r>
              <a:rPr lang="en" sz="1467" dirty="0">
                <a:solidFill>
                  <a:schemeClr val="dk1"/>
                </a:solidFill>
              </a:rPr>
              <a:t> constitute (i) an offer, invitation, or recommendation to acquire or dispose of any security, asset, or business, or (ii) legal, tax, accounting, or investment advice. Recipients should consult their own professional advisers before making any decision.</a:t>
            </a:r>
            <a:endParaRPr sz="1467" dirty="0">
              <a:solidFill>
                <a:schemeClr val="dk1"/>
              </a:solidFill>
            </a:endParaRPr>
          </a:p>
          <a:p>
            <a:pPr marL="0" indent="0">
              <a:spcBef>
                <a:spcPts val="1600"/>
              </a:spcBef>
              <a:buNone/>
            </a:pPr>
            <a:r>
              <a:rPr lang="en" sz="1467" b="1" dirty="0">
                <a:solidFill>
                  <a:schemeClr val="dk1"/>
                </a:solidFill>
              </a:rPr>
              <a:t>Information Sources &amp; Limitations</a:t>
            </a:r>
            <a:br>
              <a:rPr lang="en" sz="1467" b="1" dirty="0">
                <a:solidFill>
                  <a:schemeClr val="dk1"/>
                </a:solidFill>
              </a:rPr>
            </a:br>
            <a:r>
              <a:rPr lang="en" sz="1467" dirty="0">
                <a:solidFill>
                  <a:schemeClr val="dk1"/>
                </a:solidFill>
              </a:rPr>
              <a:t> The analyses herein are based on data obtained from sources that </a:t>
            </a:r>
            <a:r>
              <a:rPr lang="en" sz="1467" b="1" dirty="0">
                <a:solidFill>
                  <a:schemeClr val="dk1"/>
                </a:solidFill>
              </a:rPr>
              <a:t>Solvea </a:t>
            </a:r>
            <a:r>
              <a:rPr lang="en" sz="1467" dirty="0">
                <a:solidFill>
                  <a:schemeClr val="dk1"/>
                </a:solidFill>
              </a:rPr>
              <a:t>believes to be reliable; however, </a:t>
            </a:r>
            <a:r>
              <a:rPr lang="en" sz="1467" b="1" dirty="0">
                <a:solidFill>
                  <a:schemeClr val="dk1"/>
                </a:solidFill>
              </a:rPr>
              <a:t>Solvea</a:t>
            </a:r>
            <a:r>
              <a:rPr lang="en" sz="1467" dirty="0">
                <a:solidFill>
                  <a:schemeClr val="dk1"/>
                </a:solidFill>
              </a:rPr>
              <a:t> makes </a:t>
            </a:r>
            <a:r>
              <a:rPr lang="en" sz="1467" b="1" dirty="0">
                <a:solidFill>
                  <a:schemeClr val="dk1"/>
                </a:solidFill>
              </a:rPr>
              <a:t>no representation or warranty</a:t>
            </a:r>
            <a:r>
              <a:rPr lang="en" sz="1467" dirty="0">
                <a:solidFill>
                  <a:schemeClr val="dk1"/>
                </a:solidFill>
              </a:rPr>
              <a:t>, express or implied, as to the accuracy, completeness, timeliness, or fitness for any particular purpose of such information.</a:t>
            </a:r>
            <a:endParaRPr sz="1467" dirty="0">
              <a:solidFill>
                <a:schemeClr val="dk1"/>
              </a:solidFill>
            </a:endParaRPr>
          </a:p>
          <a:p>
            <a:pPr marL="0" indent="0">
              <a:spcBef>
                <a:spcPts val="1600"/>
              </a:spcBef>
              <a:buNone/>
            </a:pPr>
            <a:r>
              <a:rPr lang="en" sz="1467" b="1" dirty="0">
                <a:solidFill>
                  <a:schemeClr val="dk1"/>
                </a:solidFill>
              </a:rPr>
              <a:t>Non-Reliance &amp; Liability</a:t>
            </a:r>
            <a:br>
              <a:rPr lang="en" sz="1467" b="1" dirty="0">
                <a:solidFill>
                  <a:schemeClr val="dk1"/>
                </a:solidFill>
              </a:rPr>
            </a:br>
            <a:r>
              <a:rPr lang="en" sz="1467" dirty="0">
                <a:solidFill>
                  <a:schemeClr val="dk1"/>
                </a:solidFill>
              </a:rPr>
              <a:t> Neither </a:t>
            </a:r>
            <a:r>
              <a:rPr lang="en" sz="1467" b="1" dirty="0">
                <a:solidFill>
                  <a:schemeClr val="dk1"/>
                </a:solidFill>
              </a:rPr>
              <a:t>Solvea</a:t>
            </a:r>
            <a:r>
              <a:rPr lang="en" sz="1467" dirty="0">
                <a:solidFill>
                  <a:schemeClr val="dk1"/>
                </a:solidFill>
              </a:rPr>
              <a:t>, nor its partners, employees, or agents, accepts any liability (whether in contract, tort, negligence, or otherwise) for any loss arising from reliance on the Materials. By accepting these Materials, the recipient </a:t>
            </a:r>
            <a:r>
              <a:rPr lang="en" sz="1467" b="1" dirty="0">
                <a:solidFill>
                  <a:schemeClr val="dk1"/>
                </a:solidFill>
              </a:rPr>
              <a:t>acknowledges and agrees</a:t>
            </a:r>
            <a:r>
              <a:rPr lang="en" sz="1467" dirty="0">
                <a:solidFill>
                  <a:schemeClr val="dk1"/>
                </a:solidFill>
              </a:rPr>
              <a:t> that:</a:t>
            </a:r>
            <a:endParaRPr sz="1467" dirty="0">
              <a:solidFill>
                <a:schemeClr val="dk1"/>
              </a:solidFill>
            </a:endParaRPr>
          </a:p>
          <a:p>
            <a:pPr indent="-376968">
              <a:spcBef>
                <a:spcPts val="1600"/>
              </a:spcBef>
              <a:buClr>
                <a:schemeClr val="dk1"/>
              </a:buClr>
              <a:buSzPct val="100000"/>
              <a:buAutoNum type="arabicPeriod"/>
            </a:pPr>
            <a:r>
              <a:rPr lang="en" sz="1467" dirty="0">
                <a:solidFill>
                  <a:schemeClr val="dk1"/>
                </a:solidFill>
              </a:rPr>
              <a:t>it is a sophisticated financial participant capable of evaluating the merits and risks of the information independently;</a:t>
            </a:r>
            <a:br>
              <a:rPr lang="en" sz="1467" dirty="0">
                <a:solidFill>
                  <a:schemeClr val="dk1"/>
                </a:solidFill>
              </a:rPr>
            </a:br>
            <a:endParaRPr sz="1467" dirty="0">
              <a:solidFill>
                <a:schemeClr val="dk1"/>
              </a:solidFill>
            </a:endParaRPr>
          </a:p>
          <a:p>
            <a:pPr indent="-376968">
              <a:buClr>
                <a:schemeClr val="dk1"/>
              </a:buClr>
              <a:buSzPct val="100000"/>
              <a:buAutoNum type="arabicPeriod"/>
            </a:pPr>
            <a:r>
              <a:rPr lang="en" sz="1467" dirty="0">
                <a:solidFill>
                  <a:schemeClr val="dk1"/>
                </a:solidFill>
              </a:rPr>
              <a:t>it will rely solely on its own examination, inquiry, and advice of professional advisers in assessing any transaction or strategy; and</a:t>
            </a:r>
            <a:br>
              <a:rPr lang="en" sz="1467" dirty="0">
                <a:solidFill>
                  <a:schemeClr val="dk1"/>
                </a:solidFill>
              </a:rPr>
            </a:br>
            <a:endParaRPr sz="1467" dirty="0">
              <a:solidFill>
                <a:schemeClr val="dk1"/>
              </a:solidFill>
            </a:endParaRPr>
          </a:p>
          <a:p>
            <a:pPr indent="-376968">
              <a:buClr>
                <a:schemeClr val="dk1"/>
              </a:buClr>
              <a:buSzPct val="100000"/>
              <a:buAutoNum type="arabicPeriod"/>
            </a:pPr>
            <a:r>
              <a:rPr lang="en" sz="1467" b="1" dirty="0">
                <a:solidFill>
                  <a:schemeClr val="dk1"/>
                </a:solidFill>
              </a:rPr>
              <a:t>Solvea</a:t>
            </a:r>
            <a:r>
              <a:rPr lang="en" sz="1467" dirty="0">
                <a:solidFill>
                  <a:schemeClr val="dk1"/>
                </a:solidFill>
              </a:rPr>
              <a:t> shall have </a:t>
            </a:r>
            <a:r>
              <a:rPr lang="en" sz="1467" b="1" dirty="0">
                <a:solidFill>
                  <a:schemeClr val="dk1"/>
                </a:solidFill>
              </a:rPr>
              <a:t>no duty of care</a:t>
            </a:r>
            <a:r>
              <a:rPr lang="en" sz="1467" dirty="0">
                <a:solidFill>
                  <a:schemeClr val="dk1"/>
                </a:solidFill>
              </a:rPr>
              <a:t> or liability to the recipient or any third party with respect to the Materials or any related oral communications.</a:t>
            </a:r>
            <a:br>
              <a:rPr lang="en" sz="1467" dirty="0">
                <a:solidFill>
                  <a:schemeClr val="dk1"/>
                </a:solidFill>
              </a:rPr>
            </a:br>
            <a:endParaRPr sz="1467" dirty="0">
              <a:solidFill>
                <a:schemeClr val="dk1"/>
              </a:solidFill>
            </a:endParaRPr>
          </a:p>
          <a:p>
            <a:pPr marL="0" indent="0">
              <a:spcBef>
                <a:spcPts val="1600"/>
              </a:spcBef>
              <a:spcAft>
                <a:spcPts val="1600"/>
              </a:spcAft>
              <a:buNone/>
            </a:pPr>
            <a:r>
              <a:rPr lang="en" sz="1467" b="1" dirty="0">
                <a:solidFill>
                  <a:schemeClr val="dk1"/>
                </a:solidFill>
              </a:rPr>
              <a:t>Forward-Looking Statements</a:t>
            </a:r>
            <a:br>
              <a:rPr lang="en" sz="1467" b="1" dirty="0">
                <a:solidFill>
                  <a:schemeClr val="dk1"/>
                </a:solidFill>
              </a:rPr>
            </a:br>
            <a:r>
              <a:rPr lang="en" sz="1467" dirty="0">
                <a:solidFill>
                  <a:schemeClr val="dk1"/>
                </a:solidFill>
              </a:rPr>
              <a:t> Certain statements contained herein may constitute “forward-looking statements” (including projections, targets, and opinions). Such statements reflect various assumptions that may or may not prove correct and are subject to significant uncertainties, many of which are beyond </a:t>
            </a:r>
            <a:r>
              <a:rPr lang="en" sz="1467" b="1" dirty="0">
                <a:solidFill>
                  <a:schemeClr val="dk1"/>
                </a:solidFill>
              </a:rPr>
              <a:t>Solvea’s</a:t>
            </a:r>
            <a:r>
              <a:rPr lang="en" sz="1467" dirty="0">
                <a:solidFill>
                  <a:schemeClr val="dk1"/>
                </a:solidFill>
              </a:rPr>
              <a:t> control. Actual results may differ materially and no assurance is given that such statements will be realised.</a:t>
            </a:r>
            <a:endParaRPr sz="1600" b="1" dirty="0">
              <a:solidFill>
                <a:schemeClr val="dk1"/>
              </a:solidFill>
            </a:endParaRPr>
          </a:p>
        </p:txBody>
      </p:sp>
    </p:spTree>
    <p:extLst>
      <p:ext uri="{BB962C8B-B14F-4D97-AF65-F5344CB8AC3E}">
        <p14:creationId xmlns:p14="http://schemas.microsoft.com/office/powerpoint/2010/main" val="2169743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2.xml"/><Relationship Id="rId15" Type="http://schemas.openxmlformats.org/officeDocument/2006/relationships/oleObject" Target="../embeddings/oleObject1.bin"/><Relationship Id="rId16" Type="http://schemas.openxmlformats.org/officeDocument/2006/relationships/image" Target="../media/image1.emf"/><Relationship Id="rId1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68613C9-6291-73DA-3860-B0606F91281F}"/>
              </a:ext>
            </a:extLst>
          </p:cNvPr>
          <p:cNvGraphicFramePr>
            <a:graphicFrameLocks noChangeAspect="1"/>
          </p:cNvGraphicFramePr>
          <p:nvPr userDrawn="1">
            <p:custDataLst>
              <p:tags r:id="rId14"/>
            </p:custDataLst>
            <p:extLst>
              <p:ext uri="{D42A27DB-BD31-4B8C-83A1-F6EECF244321}">
                <p14:modId xmlns:p14="http://schemas.microsoft.com/office/powerpoint/2010/main" val="32785809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89" imgH="396" progId="TCLayout.ActiveDocument.1">
                  <p:embed/>
                </p:oleObj>
              </mc:Choice>
              <mc:Fallback>
                <p:oleObj name="think-cell Slide" r:id="rId15" imgW="389" imgH="396" progId="TCLayout.ActiveDocument.1">
                  <p:embed/>
                  <p:pic>
                    <p:nvPicPr>
                      <p:cNvPr id="10" name="think-cell data - do not delete" hidden="1">
                        <a:extLst>
                          <a:ext uri="{FF2B5EF4-FFF2-40B4-BE49-F238E27FC236}">
                            <a16:creationId xmlns:a16="http://schemas.microsoft.com/office/drawing/2014/main" id="{F68613C9-6291-73DA-3860-B0606F91281F}"/>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8F32CB8-EE8C-3E8E-F6BB-39081E371291}"/>
              </a:ext>
            </a:extLst>
          </p:cNvPr>
          <p:cNvSpPr>
            <a:spLocks noGrp="1"/>
          </p:cNvSpPr>
          <p:nvPr>
            <p:ph type="title"/>
          </p:nvPr>
        </p:nvSpPr>
        <p:spPr>
          <a:xfrm>
            <a:off x="441433" y="365126"/>
            <a:ext cx="11298621" cy="84722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66285791-C5A7-8B01-5011-748530ADAE1E}"/>
              </a:ext>
            </a:extLst>
          </p:cNvPr>
          <p:cNvSpPr>
            <a:spLocks noGrp="1"/>
          </p:cNvSpPr>
          <p:nvPr>
            <p:ph type="body" idx="1"/>
          </p:nvPr>
        </p:nvSpPr>
        <p:spPr>
          <a:xfrm>
            <a:off x="441433" y="1825625"/>
            <a:ext cx="11298621"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CF376A34-C1E9-BF74-9A3D-83B32609572F}"/>
              </a:ext>
            </a:extLst>
          </p:cNvPr>
          <p:cNvSpPr>
            <a:spLocks noGrp="1"/>
          </p:cNvSpPr>
          <p:nvPr>
            <p:ph type="ftr" sz="quarter" idx="3"/>
          </p:nvPr>
        </p:nvSpPr>
        <p:spPr>
          <a:xfrm>
            <a:off x="441433" y="6356350"/>
            <a:ext cx="7980666" cy="365125"/>
          </a:xfrm>
          <a:prstGeom prst="rect">
            <a:avLst/>
          </a:prstGeom>
        </p:spPr>
        <p:txBody>
          <a:bodyPr vert="horz" lIns="91440" tIns="45720" rIns="91440" bIns="45720" rtlCol="0" anchor="t"/>
          <a:lstStyle>
            <a:lvl1pPr algn="l">
              <a:defRPr sz="11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7E2047D5-4C7C-952D-6234-6BA0D7D0C834}"/>
              </a:ext>
            </a:extLst>
          </p:cNvPr>
          <p:cNvSpPr>
            <a:spLocks noGrp="1"/>
          </p:cNvSpPr>
          <p:nvPr>
            <p:ph type="sldNum" sz="quarter" idx="4"/>
          </p:nvPr>
        </p:nvSpPr>
        <p:spPr>
          <a:xfrm>
            <a:off x="8610600" y="6356350"/>
            <a:ext cx="312945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947144-2295-4C37-AA67-29A0C0738B7A}" type="slidenum">
              <a:rPr lang="en-US" smtClean="0"/>
              <a:t>‹#›</a:t>
            </a:fld>
            <a:endParaRPr lang="en-US" dirty="0"/>
          </a:p>
        </p:txBody>
      </p:sp>
      <p:pic>
        <p:nvPicPr>
          <p:cNvPr id="2050" name="Picture 2">
            <a:extLst>
              <a:ext uri="{FF2B5EF4-FFF2-40B4-BE49-F238E27FC236}">
                <a16:creationId xmlns:a16="http://schemas.microsoft.com/office/drawing/2014/main" id="{EE99B145-1263-8820-ECAE-8E7DBA32730E}"/>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0788285" y="6465868"/>
            <a:ext cx="586009" cy="146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042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68" r:id="rId5"/>
    <p:sldLayoutId id="2147483666" r:id="rId6"/>
    <p:sldLayoutId id="2147483669" r:id="rId7"/>
    <p:sldLayoutId id="2147483670" r:id="rId8"/>
    <p:sldLayoutId id="2147483673" r:id="rId9"/>
    <p:sldLayoutId id="2147483672" r:id="rId10"/>
    <p:sldLayoutId id="2147483667" r:id="rId11"/>
    <p:sldLayoutId id="2147483671" r:id="rId12"/>
  </p:sldLayoutIdLst>
  <p:hf hdr="0" ftr="0" dt="0"/>
  <p:txStyles>
    <p:title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tags" Target="../tags/tag55.xml"/><Relationship Id="rId3" Type="http://schemas.openxmlformats.org/officeDocument/2006/relationships/tags" Target="../tags/tag56.xml"/><Relationship Id="rId4" Type="http://schemas.openxmlformats.org/officeDocument/2006/relationships/tags" Target="../tags/tag57.xml"/><Relationship Id="rId5" Type="http://schemas.openxmlformats.org/officeDocument/2006/relationships/tags" Target="../tags/tag58.xml"/><Relationship Id="rId6" Type="http://schemas.openxmlformats.org/officeDocument/2006/relationships/tags" Target="../tags/tag59.xml"/><Relationship Id="rId7" Type="http://schemas.openxmlformats.org/officeDocument/2006/relationships/tags" Target="../tags/tag60.xml"/><Relationship Id="rId8" Type="http://schemas.openxmlformats.org/officeDocument/2006/relationships/tags" Target="../tags/tag61.xml"/><Relationship Id="rId9" Type="http://schemas.openxmlformats.org/officeDocument/2006/relationships/tags" Target="../tags/tag62.xml"/><Relationship Id="rId10" Type="http://schemas.openxmlformats.org/officeDocument/2006/relationships/tags" Target="../tags/tag63.xml"/><Relationship Id="rId11" Type="http://schemas.openxmlformats.org/officeDocument/2006/relationships/tags" Target="../tags/tag64.xml"/><Relationship Id="rId12" Type="http://schemas.openxmlformats.org/officeDocument/2006/relationships/tags" Target="../tags/tag65.xml"/><Relationship Id="rId13" Type="http://schemas.openxmlformats.org/officeDocument/2006/relationships/tags" Target="../tags/tag66.xml"/><Relationship Id="rId14" Type="http://schemas.openxmlformats.org/officeDocument/2006/relationships/tags" Target="../tags/tag67.xml"/><Relationship Id="rId15" Type="http://schemas.openxmlformats.org/officeDocument/2006/relationships/tags" Target="../tags/tag68.xml"/><Relationship Id="rId16" Type="http://schemas.openxmlformats.org/officeDocument/2006/relationships/tags" Target="../tags/tag69.xml"/><Relationship Id="rId17" Type="http://schemas.openxmlformats.org/officeDocument/2006/relationships/tags" Target="../tags/tag70.xml"/><Relationship Id="rId18" Type="http://schemas.openxmlformats.org/officeDocument/2006/relationships/tags" Target="../tags/tag71.xml"/><Relationship Id="rId19" Type="http://schemas.openxmlformats.org/officeDocument/2006/relationships/tags" Target="../tags/tag72.xml"/><Relationship Id="rId20" Type="http://schemas.openxmlformats.org/officeDocument/2006/relationships/tags" Target="../tags/tag73.xml"/><Relationship Id="rId21" Type="http://schemas.openxmlformats.org/officeDocument/2006/relationships/tags" Target="../tags/tag74.xml"/><Relationship Id="rId22" Type="http://schemas.openxmlformats.org/officeDocument/2006/relationships/tags" Target="../tags/tag75.xml"/><Relationship Id="rId23" Type="http://schemas.openxmlformats.org/officeDocument/2006/relationships/tags" Target="../tags/tag76.xml"/><Relationship Id="rId24" Type="http://schemas.openxmlformats.org/officeDocument/2006/relationships/slideLayout" Target="../slideLayouts/slideLayout2.xml"/><Relationship Id="rId25" Type="http://schemas.openxmlformats.org/officeDocument/2006/relationships/notesSlide" Target="../notesSlides/notesSlide1.xml"/><Relationship Id="rId26" Type="http://schemas.openxmlformats.org/officeDocument/2006/relationships/oleObject" Target="../embeddings/oleObject11.bin"/><Relationship Id="rId27" Type="http://schemas.openxmlformats.org/officeDocument/2006/relationships/image" Target="../media/image5.emf"/><Relationship Id="rId29" Type="http://schemas.openxmlformats.org/officeDocument/2006/relationships/customXml" Target="../ink/ink1.xml"/><Relationship Id="rId34" Type="http://schemas.openxmlformats.org/officeDocument/2006/relationships/image" Target="../media/image80.png"/><Relationship Id="rId35" Type="http://schemas.openxmlformats.org/officeDocument/2006/relationships/customXml" Target="../ink/ink2.xml"/><Relationship Id="rId36" Type="http://schemas.openxmlformats.org/officeDocument/2006/relationships/customXml" Target="../ink/ink3.xml"/><Relationship Id="rId37" Type="http://schemas.openxmlformats.org/officeDocument/2006/relationships/customXml" Target="../ink/ink4.xml"/><Relationship Id="rId44" Type="http://schemas.openxmlformats.org/officeDocument/2006/relationships/image" Target="../media/image270.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14F6F15-AE82-3513-3F5D-C83BF3321FE5}"/>
            </a:ext>
          </a:extLst>
        </p:cNvPr>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46A09B07-9257-E79E-F0DD-6530365CB5B3}"/>
              </a:ext>
            </a:extLst>
          </p:cNvPr>
          <p:cNvGraphicFramePr>
            <a:graphicFrameLocks noChangeAspect="1"/>
          </p:cNvGraphicFramePr>
          <p:nvPr>
            <p:custDataLst>
              <p:tags r:id="rId1"/>
            </p:custDataLst>
            <p:extLst>
              <p:ext uri="{D42A27DB-BD31-4B8C-83A1-F6EECF244321}">
                <p14:modId xmlns:p14="http://schemas.microsoft.com/office/powerpoint/2010/main" val="136371651"/>
              </p:ext>
            </p:extLst>
          </p:nvPr>
        </p:nvGraphicFramePr>
        <p:xfrm>
          <a:off x="1144722" y="1590"/>
          <a:ext cx="1719" cy="1587"/>
        </p:xfrm>
        <a:graphic>
          <a:graphicData uri="http://schemas.openxmlformats.org/presentationml/2006/ole">
            <mc:AlternateContent xmlns:mc="http://schemas.openxmlformats.org/markup-compatibility/2006">
              <mc:Choice xmlns:v="urn:schemas-microsoft-com:vml" Requires="v">
                <p:oleObj name="think-cell Slide" r:id="rId26" imgW="360" imgH="360" progId="TCLayout.ActiveDocument.1">
                  <p:embed/>
                </p:oleObj>
              </mc:Choice>
              <mc:Fallback>
                <p:oleObj name="think-cell Slide" r:id="rId26" imgW="360" imgH="360" progId="TCLayout.ActiveDocument.1">
                  <p:embed/>
                  <p:pic>
                    <p:nvPicPr>
                      <p:cNvPr id="2" name="Objekt 1" hidden="1">
                        <a:extLst>
                          <a:ext uri="{FF2B5EF4-FFF2-40B4-BE49-F238E27FC236}">
                            <a16:creationId xmlns:a16="http://schemas.microsoft.com/office/drawing/2014/main" id="{2A7912F3-2D7D-54C0-2B0B-AFDA57DA8370}"/>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144722" y="1590"/>
                        <a:ext cx="1719"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 name="Textfeld 74">
            <a:extLst>
              <a:ext uri="{FF2B5EF4-FFF2-40B4-BE49-F238E27FC236}">
                <a16:creationId xmlns:a16="http://schemas.microsoft.com/office/drawing/2014/main" id="{36480951-33E4-876E-F00D-2843C161BE52}"/>
              </a:ext>
            </a:extLst>
          </p:cNvPr>
          <p:cNvSpPr txBox="1">
            <a:spLocks/>
          </p:cNvSpPr>
          <p:nvPr>
            <p:custDataLst>
              <p:tags r:id="rId2"/>
            </p:custDataLst>
          </p:nvPr>
        </p:nvSpPr>
        <p:spPr bwMode="gray">
          <a:xfrm>
            <a:off x="441434" y="1417788"/>
            <a:ext cx="11298621" cy="4770227"/>
          </a:xfrm>
          <a:prstGeom prst="rect">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Lst>
        </p:spPr>
        <p:txBody>
          <a:bodyPr vert="horz" wrap="square" lIns="90000" tIns="46800" rIns="90000" bIns="46800" rtlCol="0" anchor="t" anchorCtr="0">
            <a:noAutofit/>
          </a:bodyPr>
          <a:lstStyle/>
          <a:p>
            <a:pPr marL="0" marR="0" lvl="0" indent="0" algn="r" defTabSz="914400" rtl="0" eaLnBrk="1" fontAlgn="auto" latinLnBrk="0" hangingPunct="1">
              <a:lnSpc>
                <a:spcPct val="90000"/>
              </a:lnSpc>
              <a:spcBef>
                <a:spcPts val="0"/>
              </a:spcBef>
              <a:spcAft>
                <a:spcPts val="0"/>
              </a:spcAft>
              <a:buClrTx/>
              <a:buSzPct val="100000"/>
              <a:buFontTx/>
              <a:buNone/>
              <a:tabLst/>
              <a:defRPr/>
            </a:pPr>
            <a:r>
              <a:rPr lang="en-US" sz="1400" i="1" dirty="0">
                <a:latin typeface="Calibri" panose="020F0502020204030204"/>
                <a:ea typeface="Verdana" pitchFamily="34" charset="0"/>
              </a:rPr>
              <a:t>market map</a:t>
            </a:r>
            <a:endParaRPr kumimoji="0" lang="en-US" sz="1400" b="0" i="1" u="none" strike="noStrike" kern="1200" cap="none" spc="0" normalizeH="0" baseline="0" noProof="0" dirty="0">
              <a:ln>
                <a:noFill/>
              </a:ln>
              <a:effectLst/>
              <a:uLnTx/>
              <a:uFillTx/>
              <a:latin typeface="Calibri" panose="020F0502020204030204"/>
              <a:ea typeface="Verdana" pitchFamily="34" charset="0"/>
            </a:endParaRPr>
          </a:p>
        </p:txBody>
      </p:sp>
      <p:sp>
        <p:nvSpPr>
          <p:cNvPr id="6" name="Titel 5">
            <a:extLst>
              <a:ext uri="{FF2B5EF4-FFF2-40B4-BE49-F238E27FC236}">
                <a16:creationId xmlns:a16="http://schemas.microsoft.com/office/drawing/2014/main" id="{BB7D2621-31A0-B810-86C5-A80C33A0D02E}"/>
              </a:ext>
            </a:extLst>
          </p:cNvPr>
          <p:cNvSpPr>
            <a:spLocks noGrp="1"/>
          </p:cNvSpPr>
          <p:nvPr>
            <p:ph type="title"/>
          </p:nvPr>
        </p:nvSpPr>
        <p:spPr/>
        <p:txBody>
          <a:bodyPr vert="horz">
            <a:normAutofit/>
          </a:bodyPr>
          <a:lstStyle/>
          <a:p>
            <a:r>
              <a:rPr lang="en-US" b="1" dirty="0"/>
              <a:t>Example</a:t>
            </a:r>
          </a:p>
        </p:txBody>
      </p:sp>
      <p:sp>
        <p:nvSpPr>
          <p:cNvPr id="38" name="Content Placeholder 37">
            <a:extLst>
              <a:ext uri="{FF2B5EF4-FFF2-40B4-BE49-F238E27FC236}">
                <a16:creationId xmlns:a16="http://schemas.microsoft.com/office/drawing/2014/main" id="{853DAB52-D376-64BD-5DAF-5327EC0F759D}"/>
              </a:ext>
            </a:extLst>
          </p:cNvPr>
          <p:cNvSpPr>
            <a:spLocks noGrp="1"/>
          </p:cNvSpPr>
          <p:nvPr>
            <p:ph sz="quarter" idx="13"/>
          </p:nvPr>
        </p:nvSpPr>
        <p:spPr/>
        <p:txBody>
          <a:bodyPr/>
          <a:lstStyle/>
          <a:p>
            <a:r>
              <a:rPr lang="en-US" dirty="0"/>
              <a:t>Example</a:t>
            </a:r>
          </a:p>
        </p:txBody>
      </p:sp>
      <p:sp>
        <p:nvSpPr>
          <p:cNvPr id="39" name="Content Placeholder 38">
            <a:extLst>
              <a:ext uri="{FF2B5EF4-FFF2-40B4-BE49-F238E27FC236}">
                <a16:creationId xmlns:a16="http://schemas.microsoft.com/office/drawing/2014/main" id="{36303679-AB8E-A2AA-8E41-2890676D8985}"/>
              </a:ext>
            </a:extLst>
          </p:cNvPr>
          <p:cNvSpPr>
            <a:spLocks noGrp="1"/>
          </p:cNvSpPr>
          <p:nvPr>
            <p:ph sz="quarter" idx="14"/>
          </p:nvPr>
        </p:nvSpPr>
        <p:spPr>
          <a:xfrm>
            <a:off x="2114990" y="177419"/>
            <a:ext cx="1445005" cy="277403"/>
          </a:xfrm>
        </p:spPr>
        <p:txBody>
          <a:bodyPr/>
          <a:lstStyle/>
          <a:p>
            <a:r>
              <a:rPr lang="en-US" dirty="0"/>
              <a:t>Example</a:t>
            </a:r>
          </a:p>
        </p:txBody>
      </p:sp>
      <p:cxnSp>
        <p:nvCxnSpPr>
          <p:cNvPr id="83" name="Gerade Verbindung 82">
            <a:extLst>
              <a:ext uri="{FF2B5EF4-FFF2-40B4-BE49-F238E27FC236}">
                <a16:creationId xmlns:a16="http://schemas.microsoft.com/office/drawing/2014/main" id="{45488C33-E2F1-15BA-21ED-3454593940D8}"/>
              </a:ext>
            </a:extLst>
          </p:cNvPr>
          <p:cNvCxnSpPr>
            <a:cxnSpLocks/>
          </p:cNvCxnSpPr>
          <p:nvPr/>
        </p:nvCxnSpPr>
        <p:spPr bwMode="gray">
          <a:xfrm flipH="1">
            <a:off x="706928" y="4797755"/>
            <a:ext cx="1075903" cy="0"/>
          </a:xfrm>
          <a:prstGeom prst="line">
            <a:avLst/>
          </a:prstGeom>
          <a:ln w="6032">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84" name="Gerade Verbindung 83">
            <a:extLst>
              <a:ext uri="{FF2B5EF4-FFF2-40B4-BE49-F238E27FC236}">
                <a16:creationId xmlns:a16="http://schemas.microsoft.com/office/drawing/2014/main" id="{DDD1C270-0EAE-A507-6FC3-3CB0155659C5}"/>
              </a:ext>
            </a:extLst>
          </p:cNvPr>
          <p:cNvCxnSpPr>
            <a:cxnSpLocks/>
          </p:cNvCxnSpPr>
          <p:nvPr/>
        </p:nvCxnSpPr>
        <p:spPr bwMode="gray">
          <a:xfrm flipH="1">
            <a:off x="706928" y="3524302"/>
            <a:ext cx="1075903" cy="0"/>
          </a:xfrm>
          <a:prstGeom prst="line">
            <a:avLst/>
          </a:prstGeom>
          <a:ln w="6032">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90" name="Textplatzhalter 2">
            <a:extLst>
              <a:ext uri="{FF2B5EF4-FFF2-40B4-BE49-F238E27FC236}">
                <a16:creationId xmlns:a16="http://schemas.microsoft.com/office/drawing/2014/main" id="{3631B930-FB39-0450-A672-4D735B9D0C58}"/>
              </a:ext>
            </a:extLst>
          </p:cNvPr>
          <p:cNvSpPr txBox="1">
            <a:spLocks/>
          </p:cNvSpPr>
          <p:nvPr>
            <p:custDataLst>
              <p:tags r:id="rId3"/>
            </p:custDataLst>
          </p:nvPr>
        </p:nvSpPr>
        <p:spPr bwMode="gray">
          <a:xfrm>
            <a:off x="779429" y="2734749"/>
            <a:ext cx="713016" cy="210507"/>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sz="1400" b="1"/>
            </a:pPr>
            <a:r>
              <a:t>Key Features</a:t>
            </a:r>
          </a:p>
          <a:p>
            <a:pPr marL="457200" indent="-457200">
              <a:spcBef>
                <a:spcPts val="600"/>
              </a:spcBef>
              <a:buChar char="•"/>
              <a:defRPr sz="1100"/>
            </a:pPr>
            <a:r>
              <a:t>Cloud-native architecture</a:t>
            </a:r>
          </a:p>
          <a:p>
            <a:pPr marL="457200" indent="-457200">
              <a:spcBef>
                <a:spcPts val="400"/>
              </a:spcBef>
              <a:buChar char="•"/>
              <a:defRPr sz="1100"/>
            </a:pPr>
            <a:r>
              <a:t>Real-time analytics</a:t>
            </a:r>
          </a:p>
          <a:p>
            <a:pPr marL="457200" indent="-457200">
              <a:spcBef>
                <a:spcPts val="400"/>
              </a:spcBef>
              <a:buChar char="•"/>
              <a:defRPr sz="1100"/>
            </a:pPr>
            <a:r>
              <a:t>Enterprise security</a:t>
            </a:r>
          </a:p>
        </p:txBody>
      </p:sp>
      <p:sp>
        <p:nvSpPr>
          <p:cNvPr id="191" name="Textplatzhalter 2">
            <a:extLst>
              <a:ext uri="{FF2B5EF4-FFF2-40B4-BE49-F238E27FC236}">
                <a16:creationId xmlns:a16="http://schemas.microsoft.com/office/drawing/2014/main" id="{A2BCE5F6-B622-A5A2-9169-93D6503BD70D}"/>
              </a:ext>
            </a:extLst>
          </p:cNvPr>
          <p:cNvSpPr txBox="1">
            <a:spLocks/>
          </p:cNvSpPr>
          <p:nvPr>
            <p:custDataLst>
              <p:tags r:id="rId4"/>
            </p:custDataLst>
          </p:nvPr>
        </p:nvSpPr>
        <p:spPr bwMode="gray">
          <a:xfrm>
            <a:off x="688934" y="3928488"/>
            <a:ext cx="669735" cy="210507"/>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spcBef>
                <a:spcPts val="0"/>
              </a:spcBef>
              <a:buClr>
                <a:srgbClr val="999999"/>
              </a:buClr>
              <a:buNone/>
              <a:defRPr sz="1400" b="1"/>
            </a:pPr>
            <a:r>
              <a:t>Implementation Steps</a:t>
            </a:r>
            <a:endParaRPr lang="en-US" sz="1520" b="1" dirty="0">
              <a:solidFill>
                <a:schemeClr val="tx2"/>
              </a:solidFill>
            </a:endParaRPr>
          </a:p>
          <a:p>
            <a:pPr marL="457200" indent="-457200">
              <a:spcBef>
                <a:spcPts val="600"/>
              </a:spcBef>
              <a:buAutoNum type="arabicPeriod"/>
              <a:defRPr sz="1100"/>
            </a:pPr>
            <a:r>
              <a:t>Assessment &amp; planning</a:t>
            </a:r>
          </a:p>
          <a:p>
            <a:pPr marL="457200" indent="-457200">
              <a:spcBef>
                <a:spcPts val="400"/>
              </a:spcBef>
              <a:buAutoNum type="arabicPeriod"/>
              <a:defRPr sz="1100"/>
            </a:pPr>
            <a:r>
              <a:t>System integration</a:t>
            </a:r>
          </a:p>
          <a:p>
            <a:pPr marL="457200" indent="-457200">
              <a:spcBef>
                <a:spcPts val="400"/>
              </a:spcBef>
              <a:buAutoNum type="arabicPeriod"/>
              <a:defRPr sz="1100"/>
            </a:pPr>
            <a:r>
              <a:t>Testing &amp; deployment</a:t>
            </a:r>
          </a:p>
        </p:txBody>
      </p:sp>
      <p:sp>
        <p:nvSpPr>
          <p:cNvPr id="192" name="Textplatzhalter 2">
            <a:extLst>
              <a:ext uri="{FF2B5EF4-FFF2-40B4-BE49-F238E27FC236}">
                <a16:creationId xmlns:a16="http://schemas.microsoft.com/office/drawing/2014/main" id="{DEEC4C66-1DA7-3CBD-D451-513FDE462BDE}"/>
              </a:ext>
            </a:extLst>
          </p:cNvPr>
          <p:cNvSpPr txBox="1">
            <a:spLocks/>
          </p:cNvSpPr>
          <p:nvPr>
            <p:custDataLst>
              <p:tags r:id="rId5"/>
            </p:custDataLst>
          </p:nvPr>
        </p:nvSpPr>
        <p:spPr bwMode="gray">
          <a:xfrm>
            <a:off x="1000266" y="5317829"/>
            <a:ext cx="669735" cy="210507"/>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sz="1400" b="1"/>
            </a:pPr>
            <a:r>
              <a:t>Summary</a:t>
            </a:r>
            <a:endParaRPr lang="en-US" sz="1520" b="1" dirty="0">
              <a:solidFill>
                <a:schemeClr val="tx2"/>
              </a:solidFill>
            </a:endParaRPr>
          </a:p>
          <a:p>
            <a:pPr>
              <a:spcBef>
                <a:spcPts val="600"/>
              </a:spcBef>
              <a:defRPr sz="1000"/>
            </a:pPr>
            <a:r>
              <a:t>This solution provides comprehensive coverage for all enterprise needs.</a:t>
            </a:r>
          </a:p>
        </p:txBody>
      </p:sp>
      <p:sp>
        <p:nvSpPr>
          <p:cNvPr id="3" name="Textfeld 78">
            <a:extLst>
              <a:ext uri="{FF2B5EF4-FFF2-40B4-BE49-F238E27FC236}">
                <a16:creationId xmlns:a16="http://schemas.microsoft.com/office/drawing/2014/main" id="{947A5C48-D9E7-58D1-0BEE-9E9655FB0AEC}"/>
              </a:ext>
            </a:extLst>
          </p:cNvPr>
          <p:cNvSpPr txBox="1">
            <a:spLocks/>
          </p:cNvSpPr>
          <p:nvPr>
            <p:custDataLst>
              <p:tags r:id="rId6"/>
            </p:custDataLst>
          </p:nvPr>
        </p:nvSpPr>
        <p:spPr bwMode="gray">
          <a:xfrm>
            <a:off x="1785324" y="4617850"/>
            <a:ext cx="8735242" cy="628131"/>
          </a:xfrm>
          <a:prstGeom prst="rect">
            <a:avLst/>
          </a:prstGeom>
          <a:solidFill>
            <a:schemeClr val="bg2">
              <a:lumMod val="90000"/>
              <a:alpha val="10000"/>
            </a:schemeClr>
          </a:solidFill>
          <a:ln w="6032" cap="flat" cmpd="sng" algn="ctr">
            <a:solidFill>
              <a:srgbClr val="D9D9D9"/>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a:pPr>
            <a:r>
              <a:rPr lang="en-US" sz="1520" dirty="0">
                <a:solidFill>
                  <a:srgbClr val="A0A0A0"/>
                </a:solidFill>
                <a:ea typeface="Verdana" pitchFamily="34" charset="0"/>
              </a:rPr>
              <a:t>Example</a:t>
            </a:r>
          </a:p>
        </p:txBody>
      </p:sp>
      <p:sp>
        <p:nvSpPr>
          <p:cNvPr id="21" name="Textfeld 74">
            <a:extLst>
              <a:ext uri="{FF2B5EF4-FFF2-40B4-BE49-F238E27FC236}">
                <a16:creationId xmlns:a16="http://schemas.microsoft.com/office/drawing/2014/main" id="{4E6F2AF6-5FB1-156A-B92F-2C672E47AE41}"/>
              </a:ext>
            </a:extLst>
          </p:cNvPr>
          <p:cNvSpPr txBox="1">
            <a:spLocks/>
          </p:cNvSpPr>
          <p:nvPr>
            <p:custDataLst>
              <p:tags r:id="rId7"/>
            </p:custDataLst>
          </p:nvPr>
        </p:nvSpPr>
        <p:spPr bwMode="gray">
          <a:xfrm>
            <a:off x="9129273"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spcBef>
                <a:spcPts val="0"/>
              </a:spcBef>
              <a:spcAft>
                <a:spcPts val="0"/>
              </a:spcAft>
              <a:buClrTx/>
              <a:buSzPct val="100000"/>
              <a:buFontTx/>
              <a:buNone/>
              <a:tabLst/>
              <a:defRPr/>
            </a:pPr>
            <a:r>
              <a:rPr lang="en-US" sz="1520" dirty="0">
                <a:solidFill>
                  <a:schemeClr val="accent4"/>
                </a:solidFill>
                <a:latin typeface="Calibri" panose="020F0502020204030204"/>
                <a:ea typeface="Verdana" pitchFamily="34" charset="0"/>
              </a:rPr>
              <a:t>F</a:t>
            </a:r>
            <a:endParaRPr kumimoji="0" lang="en-US" sz="1520" b="0" i="0" u="none" strike="noStrike" kern="1200" cap="none" spc="0" normalizeH="0" baseline="0" noProof="0" dirty="0">
              <a:ln>
                <a:noFill/>
              </a:ln>
              <a:solidFill>
                <a:schemeClr val="accent4"/>
              </a:solidFill>
              <a:effectLst/>
              <a:uLnTx/>
              <a:uFillTx/>
              <a:latin typeface="Calibri" panose="020F0502020204030204"/>
              <a:ea typeface="Verdana" pitchFamily="34" charset="0"/>
              <a:cs typeface="+mn-cs"/>
            </a:endParaRPr>
          </a:p>
        </p:txBody>
      </p:sp>
      <p:sp>
        <p:nvSpPr>
          <p:cNvPr id="22" name="Textfeld 78">
            <a:extLst>
              <a:ext uri="{FF2B5EF4-FFF2-40B4-BE49-F238E27FC236}">
                <a16:creationId xmlns:a16="http://schemas.microsoft.com/office/drawing/2014/main" id="{6EBA569E-076B-08A0-9549-AE23E151CA00}"/>
              </a:ext>
            </a:extLst>
          </p:cNvPr>
          <p:cNvSpPr txBox="1">
            <a:spLocks/>
          </p:cNvSpPr>
          <p:nvPr>
            <p:custDataLst>
              <p:tags r:id="rId8"/>
            </p:custDataLst>
          </p:nvPr>
        </p:nvSpPr>
        <p:spPr bwMode="gray">
          <a:xfrm>
            <a:off x="3254114"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buSzPct val="100000"/>
              <a:defRPr/>
            </a:pPr>
            <a:r>
              <a:rPr lang="en-US" sz="1520" dirty="0">
                <a:solidFill>
                  <a:schemeClr val="accent4"/>
                </a:solidFill>
                <a:ea typeface="Verdana" pitchFamily="34" charset="0"/>
              </a:rPr>
              <a:t>B</a:t>
            </a:r>
          </a:p>
        </p:txBody>
      </p:sp>
      <p:sp>
        <p:nvSpPr>
          <p:cNvPr id="23" name="Textfeld 169">
            <a:extLst>
              <a:ext uri="{FF2B5EF4-FFF2-40B4-BE49-F238E27FC236}">
                <a16:creationId xmlns:a16="http://schemas.microsoft.com/office/drawing/2014/main" id="{508CA81E-0B29-0A17-0ACE-D32625BEF820}"/>
              </a:ext>
            </a:extLst>
          </p:cNvPr>
          <p:cNvSpPr txBox="1">
            <a:spLocks/>
          </p:cNvSpPr>
          <p:nvPr>
            <p:custDataLst>
              <p:tags r:id="rId9"/>
            </p:custDataLst>
          </p:nvPr>
        </p:nvSpPr>
        <p:spPr bwMode="gray">
          <a:xfrm>
            <a:off x="7660485"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spcBef>
                <a:spcPts val="0"/>
              </a:spcBef>
              <a:spcAft>
                <a:spcPts val="0"/>
              </a:spcAft>
              <a:buClrTx/>
              <a:buSzPct val="100000"/>
              <a:buFontTx/>
              <a:buNone/>
              <a:tabLst/>
              <a:defRPr/>
            </a:pPr>
            <a:r>
              <a:rPr lang="en-US" sz="1520" dirty="0">
                <a:solidFill>
                  <a:schemeClr val="accent4"/>
                </a:solidFill>
                <a:latin typeface="Calibri" panose="020F0502020204030204"/>
                <a:ea typeface="Verdana" pitchFamily="34" charset="0"/>
              </a:rPr>
              <a:t>E</a:t>
            </a:r>
            <a:endParaRPr kumimoji="0" lang="en-US" sz="1520" b="0" i="0" u="none" strike="noStrike" kern="1200" cap="none" spc="0" normalizeH="0" baseline="0" noProof="0" dirty="0">
              <a:ln>
                <a:noFill/>
              </a:ln>
              <a:solidFill>
                <a:schemeClr val="accent4"/>
              </a:solidFill>
              <a:effectLst/>
              <a:uLnTx/>
              <a:uFillTx/>
              <a:latin typeface="Calibri" panose="020F0502020204030204"/>
              <a:ea typeface="Verdana" pitchFamily="34" charset="0"/>
              <a:cs typeface="+mn-cs"/>
            </a:endParaRPr>
          </a:p>
        </p:txBody>
      </p:sp>
      <p:sp>
        <p:nvSpPr>
          <p:cNvPr id="24" name="Textfeld 170">
            <a:extLst>
              <a:ext uri="{FF2B5EF4-FFF2-40B4-BE49-F238E27FC236}">
                <a16:creationId xmlns:a16="http://schemas.microsoft.com/office/drawing/2014/main" id="{01B8DE74-6267-2017-33C5-198F7CC75427}"/>
              </a:ext>
            </a:extLst>
          </p:cNvPr>
          <p:cNvSpPr txBox="1">
            <a:spLocks/>
          </p:cNvSpPr>
          <p:nvPr>
            <p:custDataLst>
              <p:tags r:id="rId10"/>
            </p:custDataLst>
          </p:nvPr>
        </p:nvSpPr>
        <p:spPr bwMode="gray">
          <a:xfrm>
            <a:off x="6191694"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spcBef>
                <a:spcPts val="0"/>
              </a:spcBef>
              <a:spcAft>
                <a:spcPts val="0"/>
              </a:spcAft>
              <a:buClrTx/>
              <a:buSzPct val="100000"/>
              <a:buFontTx/>
              <a:buNone/>
              <a:tabLst/>
              <a:defRPr/>
            </a:pPr>
            <a:r>
              <a:rPr lang="en-US" sz="1520" dirty="0">
                <a:solidFill>
                  <a:schemeClr val="accent4"/>
                </a:solidFill>
                <a:latin typeface="Calibri" panose="020F0502020204030204"/>
                <a:ea typeface="Verdana" pitchFamily="34" charset="0"/>
              </a:rPr>
              <a:t>D</a:t>
            </a:r>
            <a:endParaRPr kumimoji="0" lang="en-US" sz="1520" b="0" i="0" u="none" strike="noStrike" kern="1200" cap="none" spc="0" normalizeH="0" baseline="0" noProof="0" dirty="0">
              <a:ln>
                <a:noFill/>
              </a:ln>
              <a:solidFill>
                <a:schemeClr val="accent4"/>
              </a:solidFill>
              <a:effectLst/>
              <a:uLnTx/>
              <a:uFillTx/>
              <a:latin typeface="Calibri" panose="020F0502020204030204"/>
              <a:ea typeface="Verdana" pitchFamily="34" charset="0"/>
              <a:cs typeface="+mn-cs"/>
            </a:endParaRPr>
          </a:p>
        </p:txBody>
      </p:sp>
      <p:sp>
        <p:nvSpPr>
          <p:cNvPr id="25" name="Textfeld 183">
            <a:extLst>
              <a:ext uri="{FF2B5EF4-FFF2-40B4-BE49-F238E27FC236}">
                <a16:creationId xmlns:a16="http://schemas.microsoft.com/office/drawing/2014/main" id="{A54B7A89-6EDC-7BBA-2045-B898E37AAF43}"/>
              </a:ext>
            </a:extLst>
          </p:cNvPr>
          <p:cNvSpPr txBox="1">
            <a:spLocks/>
          </p:cNvSpPr>
          <p:nvPr>
            <p:custDataLst>
              <p:tags r:id="rId11"/>
            </p:custDataLst>
          </p:nvPr>
        </p:nvSpPr>
        <p:spPr bwMode="gray">
          <a:xfrm>
            <a:off x="4722905"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buClrTx/>
              <a:buSzPct val="100000"/>
              <a:buFontTx/>
              <a:buNone/>
              <a:tabLst/>
              <a:defRPr/>
            </a:pPr>
            <a:r>
              <a:rPr kumimoji="0" lang="en-US" sz="1520" b="0" i="0" u="none" strike="noStrike" kern="1200" cap="none" spc="0" normalizeH="0" baseline="0" noProof="0" dirty="0">
                <a:ln>
                  <a:noFill/>
                </a:ln>
                <a:solidFill>
                  <a:schemeClr val="accent4"/>
                </a:solidFill>
                <a:effectLst/>
                <a:uLnTx/>
                <a:uFillTx/>
                <a:latin typeface="Calibri" panose="020F0502020204030204"/>
                <a:ea typeface="Verdana" pitchFamily="34" charset="0"/>
                <a:cs typeface="+mn-cs"/>
              </a:rPr>
              <a:t>C</a:t>
            </a:r>
          </a:p>
        </p:txBody>
      </p:sp>
      <p:sp>
        <p:nvSpPr>
          <p:cNvPr id="26" name="Textfeld 78">
            <a:extLst>
              <a:ext uri="{FF2B5EF4-FFF2-40B4-BE49-F238E27FC236}">
                <a16:creationId xmlns:a16="http://schemas.microsoft.com/office/drawing/2014/main" id="{BE4DEE18-3EAD-EF63-3BFE-3AA703A82EA4}"/>
              </a:ext>
            </a:extLst>
          </p:cNvPr>
          <p:cNvSpPr txBox="1">
            <a:spLocks/>
          </p:cNvSpPr>
          <p:nvPr>
            <p:custDataLst>
              <p:tags r:id="rId12"/>
            </p:custDataLst>
          </p:nvPr>
        </p:nvSpPr>
        <p:spPr bwMode="gray">
          <a:xfrm>
            <a:off x="1785324" y="3312085"/>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buSzPct val="100000"/>
              <a:defRPr/>
            </a:pPr>
            <a:r>
              <a:rPr lang="en-US" sz="1520" dirty="0">
                <a:solidFill>
                  <a:schemeClr val="accent4"/>
                </a:solidFill>
                <a:ea typeface="Verdana" pitchFamily="34" charset="0"/>
              </a:rPr>
              <a:t>A</a:t>
            </a:r>
          </a:p>
        </p:txBody>
      </p:sp>
      <mc:AlternateContent xmlns:mc="http://schemas.openxmlformats.org/markup-compatibility/2006" xmlns:p14="http://schemas.microsoft.com/office/powerpoint/2010/main">
        <mc:Choice Requires="p14">
          <p:contentPart p14:bwMode="auto" r:id="rId29">
            <p14:nvContentPartPr>
              <p14:cNvPr id="29" name="Ink 28">
                <a:extLst>
                  <a:ext uri="{FF2B5EF4-FFF2-40B4-BE49-F238E27FC236}">
                    <a16:creationId xmlns:a16="http://schemas.microsoft.com/office/drawing/2014/main" id="{7BF7F76E-DC4D-EEF2-C561-EF71690A9263}"/>
                  </a:ext>
                </a:extLst>
              </p14:cNvPr>
              <p14:cNvContentPartPr/>
              <p14:nvPr/>
            </p14:nvContentPartPr>
            <p14:xfrm>
              <a:off x="1510915" y="4348896"/>
              <a:ext cx="304" cy="627"/>
            </p14:xfrm>
          </p:contentPart>
        </mc:Choice>
        <mc:Fallback xmlns="">
          <p:pic>
            <p:nvPicPr>
              <p:cNvPr id="29" name="Ink 28">
                <a:extLst>
                  <a:ext uri="{FF2B5EF4-FFF2-40B4-BE49-F238E27FC236}">
                    <a16:creationId xmlns:a16="http://schemas.microsoft.com/office/drawing/2014/main" id="{D330B0B2-8503-82FB-2081-886EA4ACFF83}"/>
                  </a:ext>
                </a:extLst>
              </p:cNvPr>
              <p:cNvPicPr/>
              <p:nvPr/>
            </p:nvPicPr>
            <p:blipFill>
              <a:blip r:embed="rId34"/>
              <a:stretch>
                <a:fillRect/>
              </a:stretch>
            </p:blipFill>
            <p:spPr>
              <a:xfrm>
                <a:off x="1506051" y="4338864"/>
                <a:ext cx="10032" cy="20691"/>
              </a:xfrm>
              <a:prstGeom prst="rect">
                <a:avLst/>
              </a:prstGeom>
            </p:spPr>
          </p:pic>
        </mc:Fallback>
      </mc:AlternateContent>
      <p:sp>
        <p:nvSpPr>
          <p:cNvPr id="30" name="TextBox 29">
            <a:extLst>
              <a:ext uri="{FF2B5EF4-FFF2-40B4-BE49-F238E27FC236}">
                <a16:creationId xmlns:a16="http://schemas.microsoft.com/office/drawing/2014/main" id="{AF1932E2-BFD7-F3E9-8C1E-DFAC0F424F28}"/>
              </a:ext>
            </a:extLst>
          </p:cNvPr>
          <p:cNvSpPr txBox="1"/>
          <p:nvPr/>
        </p:nvSpPr>
        <p:spPr>
          <a:xfrm>
            <a:off x="1781237"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1" name="TextBox 30">
            <a:extLst>
              <a:ext uri="{FF2B5EF4-FFF2-40B4-BE49-F238E27FC236}">
                <a16:creationId xmlns:a16="http://schemas.microsoft.com/office/drawing/2014/main" id="{A5CCB2A5-FC52-9110-537B-3D63E6D8B51A}"/>
              </a:ext>
            </a:extLst>
          </p:cNvPr>
          <p:cNvSpPr txBox="1"/>
          <p:nvPr/>
        </p:nvSpPr>
        <p:spPr>
          <a:xfrm>
            <a:off x="3254114"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2" name="TextBox 31">
            <a:extLst>
              <a:ext uri="{FF2B5EF4-FFF2-40B4-BE49-F238E27FC236}">
                <a16:creationId xmlns:a16="http://schemas.microsoft.com/office/drawing/2014/main" id="{BE0DE076-EC13-65B5-8E11-863941486D55}"/>
              </a:ext>
            </a:extLst>
          </p:cNvPr>
          <p:cNvSpPr txBox="1"/>
          <p:nvPr/>
        </p:nvSpPr>
        <p:spPr>
          <a:xfrm>
            <a:off x="4722905"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3" name="TextBox 32">
            <a:extLst>
              <a:ext uri="{FF2B5EF4-FFF2-40B4-BE49-F238E27FC236}">
                <a16:creationId xmlns:a16="http://schemas.microsoft.com/office/drawing/2014/main" id="{01B6AE30-6E79-8B08-8ECA-AA669EE6C923}"/>
              </a:ext>
            </a:extLst>
          </p:cNvPr>
          <p:cNvSpPr txBox="1"/>
          <p:nvPr/>
        </p:nvSpPr>
        <p:spPr>
          <a:xfrm>
            <a:off x="6191694"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4" name="TextBox 33">
            <a:extLst>
              <a:ext uri="{FF2B5EF4-FFF2-40B4-BE49-F238E27FC236}">
                <a16:creationId xmlns:a16="http://schemas.microsoft.com/office/drawing/2014/main" id="{5BBD09F0-6E0E-2B5E-F963-9BD17F5B1222}"/>
              </a:ext>
            </a:extLst>
          </p:cNvPr>
          <p:cNvSpPr txBox="1"/>
          <p:nvPr/>
        </p:nvSpPr>
        <p:spPr>
          <a:xfrm>
            <a:off x="7652313"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5" name="TextBox 34">
            <a:extLst>
              <a:ext uri="{FF2B5EF4-FFF2-40B4-BE49-F238E27FC236}">
                <a16:creationId xmlns:a16="http://schemas.microsoft.com/office/drawing/2014/main" id="{1F5D1FE1-CEA4-04A0-CBCF-E0008B8CF9BF}"/>
              </a:ext>
            </a:extLst>
          </p:cNvPr>
          <p:cNvSpPr txBox="1"/>
          <p:nvPr/>
        </p:nvSpPr>
        <p:spPr>
          <a:xfrm>
            <a:off x="9129273"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44" name="Textfeld 78">
            <a:extLst>
              <a:ext uri="{FF2B5EF4-FFF2-40B4-BE49-F238E27FC236}">
                <a16:creationId xmlns:a16="http://schemas.microsoft.com/office/drawing/2014/main" id="{CB191039-91AC-6B30-5F2A-480D5FDEFFA4}"/>
              </a:ext>
            </a:extLst>
          </p:cNvPr>
          <p:cNvSpPr txBox="1">
            <a:spLocks/>
          </p:cNvSpPr>
          <p:nvPr>
            <p:custDataLst>
              <p:tags r:id="rId13"/>
            </p:custDataLst>
          </p:nvPr>
        </p:nvSpPr>
        <p:spPr bwMode="gray">
          <a:xfrm>
            <a:off x="1785324" y="5293900"/>
            <a:ext cx="8735242" cy="628131"/>
          </a:xfrm>
          <a:prstGeom prst="rect">
            <a:avLst/>
          </a:prstGeom>
          <a:solidFill>
            <a:schemeClr val="bg2">
              <a:lumMod val="90000"/>
              <a:alpha val="10000"/>
            </a:schemeClr>
          </a:solidFill>
          <a:ln w="6032" cap="flat" cmpd="sng" algn="ctr">
            <a:solidFill>
              <a:srgbClr val="D9D9D9"/>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sz="1200" b="1"/>
            </a:pPr>
            <a:r>
              <a:t>Benefits</a:t>
            </a:r>
          </a:p>
          <a:p>
            <a:pPr marL="457200" indent="-457200">
              <a:spcBef>
                <a:spcPts val="400"/>
              </a:spcBef>
              <a:buChar char="•"/>
              <a:defRPr sz="1000"/>
            </a:pPr>
            <a:r>
              <a:t>Cost reduction</a:t>
            </a:r>
          </a:p>
          <a:p>
            <a:pPr marL="457200" indent="-457200">
              <a:spcBef>
                <a:spcPts val="400"/>
              </a:spcBef>
              <a:buChar char="•"/>
              <a:defRPr sz="1000"/>
            </a:pPr>
            <a:r>
              <a:t>Improved efficiency</a:t>
            </a:r>
          </a:p>
        </p:txBody>
      </p:sp>
      <p:sp>
        <p:nvSpPr>
          <p:cNvPr id="41" name="Textfeld 78">
            <a:extLst>
              <a:ext uri="{FF2B5EF4-FFF2-40B4-BE49-F238E27FC236}">
                <a16:creationId xmlns:a16="http://schemas.microsoft.com/office/drawing/2014/main" id="{C86F521F-7670-02EA-F741-FFBA92067EED}"/>
              </a:ext>
            </a:extLst>
          </p:cNvPr>
          <p:cNvSpPr txBox="1">
            <a:spLocks/>
          </p:cNvSpPr>
          <p:nvPr>
            <p:custDataLst>
              <p:tags r:id="rId14"/>
            </p:custDataLst>
          </p:nvPr>
        </p:nvSpPr>
        <p:spPr bwMode="gray">
          <a:xfrm>
            <a:off x="1785324" y="2793872"/>
            <a:ext cx="8735242" cy="432108"/>
          </a:xfrm>
          <a:prstGeom prst="rect">
            <a:avLst/>
          </a:prstGeom>
          <a:solidFill>
            <a:schemeClr val="accent1">
              <a:alpha val="10000"/>
            </a:schemeClr>
          </a:solidFill>
          <a:ln w="18097" cap="flat" cmpd="sng" algn="ctr">
            <a:solidFill>
              <a:schemeClr val="accent1"/>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sz="1200" b="1"/>
            </a:pPr>
            <a:r>
              <a:t>Risk Categories</a:t>
            </a:r>
          </a:p>
          <a:p>
            <a:pPr marL="457200" indent="-457200">
              <a:spcBef>
                <a:spcPts val="400"/>
              </a:spcBef>
              <a:buAutoNum type="arabicPeriod"/>
              <a:defRPr sz="1000"/>
            </a:pPr>
            <a:r>
              <a:t>Market risk</a:t>
            </a:r>
          </a:p>
          <a:p>
            <a:pPr marL="457200" indent="-457200">
              <a:spcBef>
                <a:spcPts val="400"/>
              </a:spcBef>
              <a:buAutoNum type="arabicPeriod"/>
              <a:defRPr sz="1000"/>
            </a:pPr>
            <a:r>
              <a:t>Credit risk</a:t>
            </a:r>
          </a:p>
          <a:p>
            <a:pPr marL="457200" indent="-457200">
              <a:spcBef>
                <a:spcPts val="400"/>
              </a:spcBef>
              <a:buAutoNum type="arabicPeriod"/>
              <a:defRPr sz="1000"/>
            </a:pPr>
            <a:r>
              <a:t>Operational risk</a:t>
            </a:r>
          </a:p>
        </p:txBody>
      </p:sp>
      <p:sp>
        <p:nvSpPr>
          <p:cNvPr id="50" name="Textfeld 74">
            <a:extLst>
              <a:ext uri="{FF2B5EF4-FFF2-40B4-BE49-F238E27FC236}">
                <a16:creationId xmlns:a16="http://schemas.microsoft.com/office/drawing/2014/main" id="{B77144C7-2DB9-E4AD-EA9D-6C36481BCD0F}"/>
              </a:ext>
            </a:extLst>
          </p:cNvPr>
          <p:cNvSpPr txBox="1">
            <a:spLocks/>
          </p:cNvSpPr>
          <p:nvPr>
            <p:custDataLst>
              <p:tags r:id="rId15"/>
            </p:custDataLst>
          </p:nvPr>
        </p:nvSpPr>
        <p:spPr bwMode="gray">
          <a:xfrm>
            <a:off x="10606235" y="2272988"/>
            <a:ext cx="886320" cy="3649043"/>
          </a:xfrm>
          <a:prstGeom prst="rect">
            <a:avLst/>
          </a:prstGeom>
          <a:solidFill>
            <a:schemeClr val="bg2">
              <a:lumMod val="90000"/>
              <a:alpha val="10000"/>
            </a:schemeClr>
          </a:solidFill>
          <a:ln w="6032" cap="flat" cmpd="sng" algn="ctr">
            <a:solidFill>
              <a:srgbClr val="D9D9D9"/>
            </a:solidFill>
            <a:prstDash val="solid"/>
            <a:round/>
            <a:headEnd type="none" w="med" len="med"/>
            <a:tailEnd type="none" w="med" len="med"/>
          </a:ln>
          <a:effectLst/>
        </p:spPr>
        <p:txBody>
          <a:bodyPr vert="horz" wrap="square" lIns="85500" tIns="44460" rIns="85500" bIns="44460" rtlCol="0" anchor="ctr" anchorCtr="0">
            <a:noAutofit/>
          </a:bodyPr>
          <a:lstStyle/>
          <a:p>
            <a:pPr algn="ctr">
              <a:lnSpc>
                <a:spcPct val="90000"/>
              </a:lnSpc>
              <a:spcBef>
                <a:spcPts val="300"/>
              </a:spcBef>
              <a:spcAft>
                <a:spcPts val="300"/>
              </a:spcAft>
              <a:buSzPct val="100000"/>
              <a:defRPr sz="1200" b="1"/>
            </a:pPr>
            <a:r>
              <a:t>Product Overview</a:t>
            </a:r>
          </a:p>
          <a:p>
            <a:pPr>
              <a:spcBef>
                <a:spcPts val="600"/>
              </a:spcBef>
              <a:defRPr sz="1000"/>
            </a:pPr>
            <a:r>
              <a:t>Our solution addresses key market needs with innovative technology.</a:t>
            </a:r>
          </a:p>
          <a:p>
            <a:pPr marL="457200" indent="-457200">
              <a:spcBef>
                <a:spcPts val="400"/>
              </a:spcBef>
              <a:buChar char="•"/>
              <a:defRPr sz="1000"/>
            </a:pPr>
            <a:r>
              <a:t>Scalable infrastructure</a:t>
            </a:r>
          </a:p>
          <a:p>
            <a:pPr marL="457200" indent="-457200">
              <a:spcBef>
                <a:spcPts val="400"/>
              </a:spcBef>
              <a:buChar char="•"/>
              <a:defRPr sz="1000"/>
            </a:pPr>
            <a:r>
              <a:t>24/7 support</a:t>
            </a:r>
          </a:p>
        </p:txBody>
      </p:sp>
      <p:sp>
        <p:nvSpPr>
          <p:cNvPr id="95" name="Textplatzhalter 2">
            <a:extLst>
              <a:ext uri="{FF2B5EF4-FFF2-40B4-BE49-F238E27FC236}">
                <a16:creationId xmlns:a16="http://schemas.microsoft.com/office/drawing/2014/main" id="{4C9F0A5C-53BF-74AD-55AF-EDDF4C8F7539}"/>
              </a:ext>
            </a:extLst>
          </p:cNvPr>
          <p:cNvSpPr txBox="1">
            <a:spLocks/>
          </p:cNvSpPr>
          <p:nvPr>
            <p:custDataLst>
              <p:tags r:id="rId16"/>
            </p:custDataLst>
          </p:nvPr>
        </p:nvSpPr>
        <p:spPr bwMode="gray">
          <a:xfrm rot="5400000">
            <a:off x="6084416" y="2660593"/>
            <a:ext cx="137057" cy="149971"/>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sz="1400" b="1"/>
            </a:pPr>
            <a:r>
              <a:t>Key Features</a:t>
            </a:r>
          </a:p>
          <a:p>
            <a:pPr marL="457200" indent="-457200">
              <a:spcBef>
                <a:spcPts val="600"/>
              </a:spcBef>
              <a:buChar char="•"/>
              <a:defRPr sz="1100"/>
            </a:pPr>
            <a:r>
              <a:t>Cloud-native architecture</a:t>
            </a:r>
          </a:p>
          <a:p>
            <a:pPr marL="457200" indent="-457200">
              <a:spcBef>
                <a:spcPts val="400"/>
              </a:spcBef>
              <a:buChar char="•"/>
              <a:defRPr sz="1100"/>
            </a:pPr>
            <a:r>
              <a:t>Real-time analytics</a:t>
            </a:r>
          </a:p>
          <a:p>
            <a:pPr marL="457200" indent="-457200">
              <a:spcBef>
                <a:spcPts val="400"/>
              </a:spcBef>
              <a:buChar char="•"/>
              <a:defRPr sz="1100"/>
            </a:pPr>
            <a:r>
              <a:t>Enterprise security</a:t>
            </a:r>
          </a:p>
        </p:txBody>
      </p:sp>
      <p:grpSp>
        <p:nvGrpSpPr>
          <p:cNvPr id="102" name="Group 101">
            <a:extLst>
              <a:ext uri="{FF2B5EF4-FFF2-40B4-BE49-F238E27FC236}">
                <a16:creationId xmlns:a16="http://schemas.microsoft.com/office/drawing/2014/main" id="{E5110AA2-7159-3AC9-C6C1-BA6813744C43}"/>
              </a:ext>
            </a:extLst>
          </p:cNvPr>
          <p:cNvGrpSpPr/>
          <p:nvPr/>
        </p:nvGrpSpPr>
        <p:grpSpPr>
          <a:xfrm>
            <a:off x="2352704" y="3176261"/>
            <a:ext cx="7551286" cy="171514"/>
            <a:chOff x="2119158" y="3083369"/>
            <a:chExt cx="7948722" cy="180541"/>
          </a:xfrm>
        </p:grpSpPr>
        <p:sp>
          <p:nvSpPr>
            <p:cNvPr id="96" name="Textplatzhalter 2">
              <a:extLst>
                <a:ext uri="{FF2B5EF4-FFF2-40B4-BE49-F238E27FC236}">
                  <a16:creationId xmlns:a16="http://schemas.microsoft.com/office/drawing/2014/main" id="{683FE481-5D14-778E-5123-EAC0EE12117C}"/>
                </a:ext>
              </a:extLst>
            </p:cNvPr>
            <p:cNvSpPr txBox="1">
              <a:spLocks/>
            </p:cNvSpPr>
            <p:nvPr>
              <p:custDataLst>
                <p:tags r:id="rId18"/>
              </p:custDataLst>
            </p:nvPr>
          </p:nvSpPr>
          <p:spPr bwMode="gray">
            <a:xfrm rot="5400000">
              <a:off x="2125955" y="3076921"/>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97" name="Textplatzhalter 2">
              <a:extLst>
                <a:ext uri="{FF2B5EF4-FFF2-40B4-BE49-F238E27FC236}">
                  <a16:creationId xmlns:a16="http://schemas.microsoft.com/office/drawing/2014/main" id="{2FD05696-2249-F06F-9C43-BE5B67B75040}"/>
                </a:ext>
              </a:extLst>
            </p:cNvPr>
            <p:cNvSpPr txBox="1">
              <a:spLocks/>
            </p:cNvSpPr>
            <p:nvPr>
              <p:custDataLst>
                <p:tags r:id="rId19"/>
              </p:custDataLst>
            </p:nvPr>
          </p:nvSpPr>
          <p:spPr bwMode="gray">
            <a:xfrm rot="5400000">
              <a:off x="3735584" y="3076572"/>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98" name="Textplatzhalter 2">
              <a:extLst>
                <a:ext uri="{FF2B5EF4-FFF2-40B4-BE49-F238E27FC236}">
                  <a16:creationId xmlns:a16="http://schemas.microsoft.com/office/drawing/2014/main" id="{57DF3802-E853-692A-EF2C-13272924BC79}"/>
                </a:ext>
              </a:extLst>
            </p:cNvPr>
            <p:cNvSpPr txBox="1">
              <a:spLocks/>
            </p:cNvSpPr>
            <p:nvPr>
              <p:custDataLst>
                <p:tags r:id="rId20"/>
              </p:custDataLst>
            </p:nvPr>
          </p:nvSpPr>
          <p:spPr bwMode="gray">
            <a:xfrm rot="5400000">
              <a:off x="5278529" y="3088843"/>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99" name="Textplatzhalter 2">
              <a:extLst>
                <a:ext uri="{FF2B5EF4-FFF2-40B4-BE49-F238E27FC236}">
                  <a16:creationId xmlns:a16="http://schemas.microsoft.com/office/drawing/2014/main" id="{BDCCB11F-9D7B-F960-A907-A5D09681B6F5}"/>
                </a:ext>
              </a:extLst>
            </p:cNvPr>
            <p:cNvSpPr txBox="1">
              <a:spLocks/>
            </p:cNvSpPr>
            <p:nvPr>
              <p:custDataLst>
                <p:tags r:id="rId21"/>
              </p:custDataLst>
            </p:nvPr>
          </p:nvSpPr>
          <p:spPr bwMode="gray">
            <a:xfrm rot="5400000">
              <a:off x="6824623" y="3112843"/>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100" name="Textplatzhalter 2">
              <a:extLst>
                <a:ext uri="{FF2B5EF4-FFF2-40B4-BE49-F238E27FC236}">
                  <a16:creationId xmlns:a16="http://schemas.microsoft.com/office/drawing/2014/main" id="{54B100F2-67C5-AD18-52BF-4E7111B9DCE3}"/>
                </a:ext>
              </a:extLst>
            </p:cNvPr>
            <p:cNvSpPr txBox="1">
              <a:spLocks/>
            </p:cNvSpPr>
            <p:nvPr>
              <p:custDataLst>
                <p:tags r:id="rId22"/>
              </p:custDataLst>
            </p:nvPr>
          </p:nvSpPr>
          <p:spPr bwMode="gray">
            <a:xfrm rot="5400000">
              <a:off x="8370716" y="3102529"/>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101" name="Textplatzhalter 2">
              <a:extLst>
                <a:ext uri="{FF2B5EF4-FFF2-40B4-BE49-F238E27FC236}">
                  <a16:creationId xmlns:a16="http://schemas.microsoft.com/office/drawing/2014/main" id="{55F79C1B-FBF4-34FA-FBA8-F431FD9A84E8}"/>
                </a:ext>
              </a:extLst>
            </p:cNvPr>
            <p:cNvSpPr txBox="1">
              <a:spLocks/>
            </p:cNvSpPr>
            <p:nvPr>
              <p:custDataLst>
                <p:tags r:id="rId23"/>
              </p:custDataLst>
            </p:nvPr>
          </p:nvSpPr>
          <p:spPr bwMode="gray">
            <a:xfrm rot="5400000">
              <a:off x="9916813" y="3112834"/>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grpSp>
      <p:sp>
        <p:nvSpPr>
          <p:cNvPr id="111" name="Oval 110">
            <a:extLst>
              <a:ext uri="{FF2B5EF4-FFF2-40B4-BE49-F238E27FC236}">
                <a16:creationId xmlns:a16="http://schemas.microsoft.com/office/drawing/2014/main" id="{479549A7-A7BC-770F-10C0-D3EE6BD8C25B}"/>
              </a:ext>
            </a:extLst>
          </p:cNvPr>
          <p:cNvSpPr/>
          <p:nvPr/>
        </p:nvSpPr>
        <p:spPr>
          <a:xfrm>
            <a:off x="10387577" y="2684136"/>
            <a:ext cx="224000" cy="218709"/>
          </a:xfrm>
          <a:prstGeom prst="ellipse">
            <a:avLst/>
          </a:prstGeom>
          <a:solidFill>
            <a:schemeClr val="bg1"/>
          </a:solidFill>
          <a:ln w="12700" cap="flat" cmpd="sng" algn="ctr">
            <a:solidFill>
              <a:schemeClr val="accent1"/>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86868" tIns="43434" rIns="86868" bIns="43434" numCol="1" spcCol="0" rtlCol="0" fromWordArt="0" anchor="ctr" anchorCtr="0" forceAA="0" compatLnSpc="1">
            <a:prstTxWarp prst="textNoShape">
              <a:avLst/>
            </a:prstTxWarp>
            <a:noAutofit/>
          </a:bodyPr>
          <a:lstStyle/>
          <a:p>
            <a:pPr algn="ctr"/>
            <a:endParaRPr lang="en-US"/>
          </a:p>
        </p:txBody>
      </p:sp>
      <p:grpSp>
        <p:nvGrpSpPr>
          <p:cNvPr id="108" name="ee4p_icon_group">
            <a:extLst>
              <a:ext uri="{FF2B5EF4-FFF2-40B4-BE49-F238E27FC236}">
                <a16:creationId xmlns:a16="http://schemas.microsoft.com/office/drawing/2014/main" id="{E9484F5B-0714-C537-5BB5-5BC75F6FE991}"/>
              </a:ext>
            </a:extLst>
          </p:cNvPr>
          <p:cNvGrpSpPr/>
          <p:nvPr/>
        </p:nvGrpSpPr>
        <p:grpSpPr>
          <a:xfrm>
            <a:off x="10415356" y="2709986"/>
            <a:ext cx="168441" cy="159962"/>
            <a:chOff x="4032000" y="2889011"/>
            <a:chExt cx="1080000" cy="1080000"/>
          </a:xfrm>
        </p:grpSpPr>
        <p:sp>
          <p:nvSpPr>
            <p:cNvPr id="109" name="ee4p_icon_frame" hidden="1">
              <a:extLst>
                <a:ext uri="{FF2B5EF4-FFF2-40B4-BE49-F238E27FC236}">
                  <a16:creationId xmlns:a16="http://schemas.microsoft.com/office/drawing/2014/main" id="{57FC89F4-0B59-DD27-9F8F-99FA31B7A3DD}"/>
                </a:ext>
              </a:extLst>
            </p:cNvPr>
            <p:cNvSpPr/>
            <p:nvPr/>
          </p:nvSpPr>
          <p:spPr>
            <a:xfrm>
              <a:off x="4032000" y="2889011"/>
              <a:ext cx="1080000" cy="1080000"/>
            </a:xfrm>
            <a:prstGeom prst="rect">
              <a:avLst/>
            </a:prstGeom>
            <a:solidFill>
              <a:schemeClr val="bg1"/>
            </a:solidFill>
            <a:ln w="12700" cap="flat" cmpd="sng" algn="ctr">
              <a:solidFill>
                <a:schemeClr val="accent1"/>
              </a:solid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86868" tIns="43434" rIns="86868" bIns="43434" rtlCol="0" anchor="ctr"/>
            <a:lstStyle/>
            <a:p>
              <a:pPr algn="ctr"/>
              <a:endParaRPr lang="en-US" dirty="0"/>
            </a:p>
          </p:txBody>
        </p:sp>
        <p:sp>
          <p:nvSpPr>
            <p:cNvPr id="110" name="ee4p_icon">
              <a:extLst>
                <a:ext uri="{FF2B5EF4-FFF2-40B4-BE49-F238E27FC236}">
                  <a16:creationId xmlns:a16="http://schemas.microsoft.com/office/drawing/2014/main" id="{14A8ED31-9112-B025-A98B-696961306715}"/>
                </a:ext>
              </a:extLst>
            </p:cNvPr>
            <p:cNvSpPr>
              <a:spLocks noChangeAspect="1"/>
            </p:cNvSpPr>
            <p:nvPr/>
          </p:nvSpPr>
          <p:spPr>
            <a:xfrm>
              <a:off x="4063597" y="2945002"/>
              <a:ext cx="1016807" cy="968019"/>
            </a:xfrm>
            <a:custGeom>
              <a:avLst/>
              <a:gdLst>
                <a:gd name="connsiteX0" fmla="*/ 816318 w 1016807"/>
                <a:gd name="connsiteY0" fmla="*/ 968020 h 968019"/>
                <a:gd name="connsiteX1" fmla="*/ 811611 w 1016807"/>
                <a:gd name="connsiteY1" fmla="*/ 966834 h 968019"/>
                <a:gd name="connsiteX2" fmla="*/ 508403 w 1016807"/>
                <a:gd name="connsiteY2" fmla="*/ 807424 h 968019"/>
                <a:gd name="connsiteX3" fmla="*/ 205194 w 1016807"/>
                <a:gd name="connsiteY3" fmla="*/ 966834 h 968019"/>
                <a:gd name="connsiteX4" fmla="*/ 191479 w 1016807"/>
                <a:gd name="connsiteY4" fmla="*/ 962550 h 968019"/>
                <a:gd name="connsiteX5" fmla="*/ 190462 w 1016807"/>
                <a:gd name="connsiteY5" fmla="*/ 956132 h 968019"/>
                <a:gd name="connsiteX6" fmla="*/ 248374 w 1016807"/>
                <a:gd name="connsiteY6" fmla="*/ 618516 h 968019"/>
                <a:gd name="connsiteX7" fmla="*/ 3078 w 1016807"/>
                <a:gd name="connsiteY7" fmla="*/ 379417 h 968019"/>
                <a:gd name="connsiteX8" fmla="*/ 2875 w 1016807"/>
                <a:gd name="connsiteY8" fmla="*/ 365051 h 968019"/>
                <a:gd name="connsiteX9" fmla="*/ 8700 w 1016807"/>
                <a:gd name="connsiteY9" fmla="*/ 362077 h 968019"/>
                <a:gd name="connsiteX10" fmla="*/ 347705 w 1016807"/>
                <a:gd name="connsiteY10" fmla="*/ 312835 h 968019"/>
                <a:gd name="connsiteX11" fmla="*/ 499293 w 1016807"/>
                <a:gd name="connsiteY11" fmla="*/ 5664 h 968019"/>
                <a:gd name="connsiteX12" fmla="*/ 512900 w 1016807"/>
                <a:gd name="connsiteY12" fmla="*/ 1052 h 968019"/>
                <a:gd name="connsiteX13" fmla="*/ 517513 w 1016807"/>
                <a:gd name="connsiteY13" fmla="*/ 5664 h 968019"/>
                <a:gd name="connsiteX14" fmla="*/ 669100 w 1016807"/>
                <a:gd name="connsiteY14" fmla="*/ 312835 h 968019"/>
                <a:gd name="connsiteX15" fmla="*/ 1008105 w 1016807"/>
                <a:gd name="connsiteY15" fmla="*/ 362077 h 968019"/>
                <a:gd name="connsiteX16" fmla="*/ 1016701 w 1016807"/>
                <a:gd name="connsiteY16" fmla="*/ 373592 h 968019"/>
                <a:gd name="connsiteX17" fmla="*/ 1013727 w 1016807"/>
                <a:gd name="connsiteY17" fmla="*/ 379417 h 968019"/>
                <a:gd name="connsiteX18" fmla="*/ 861971 w 1016807"/>
                <a:gd name="connsiteY18" fmla="*/ 527347 h 968019"/>
                <a:gd name="connsiteX19" fmla="*/ 847781 w 1016807"/>
                <a:gd name="connsiteY19" fmla="*/ 512784 h 968019"/>
                <a:gd name="connsiteX20" fmla="*/ 984805 w 1016807"/>
                <a:gd name="connsiteY20" fmla="*/ 379214 h 968019"/>
                <a:gd name="connsiteX21" fmla="*/ 660803 w 1016807"/>
                <a:gd name="connsiteY21" fmla="*/ 332173 h 968019"/>
                <a:gd name="connsiteX22" fmla="*/ 653149 w 1016807"/>
                <a:gd name="connsiteY22" fmla="*/ 326619 h 968019"/>
                <a:gd name="connsiteX23" fmla="*/ 508403 w 1016807"/>
                <a:gd name="connsiteY23" fmla="*/ 33096 h 968019"/>
                <a:gd name="connsiteX24" fmla="*/ 363555 w 1016807"/>
                <a:gd name="connsiteY24" fmla="*/ 326619 h 968019"/>
                <a:gd name="connsiteX25" fmla="*/ 355901 w 1016807"/>
                <a:gd name="connsiteY25" fmla="*/ 332173 h 968019"/>
                <a:gd name="connsiteX26" fmla="*/ 32000 w 1016807"/>
                <a:gd name="connsiteY26" fmla="*/ 379214 h 968019"/>
                <a:gd name="connsiteX27" fmla="*/ 266392 w 1016807"/>
                <a:gd name="connsiteY27" fmla="*/ 607678 h 968019"/>
                <a:gd name="connsiteX28" fmla="*/ 269304 w 1016807"/>
                <a:gd name="connsiteY28" fmla="*/ 616687 h 968019"/>
                <a:gd name="connsiteX29" fmla="*/ 213966 w 1016807"/>
                <a:gd name="connsiteY29" fmla="*/ 939267 h 968019"/>
                <a:gd name="connsiteX30" fmla="*/ 503661 w 1016807"/>
                <a:gd name="connsiteY30" fmla="*/ 786867 h 968019"/>
                <a:gd name="connsiteX31" fmla="*/ 513144 w 1016807"/>
                <a:gd name="connsiteY31" fmla="*/ 786867 h 968019"/>
                <a:gd name="connsiteX32" fmla="*/ 802840 w 1016807"/>
                <a:gd name="connsiteY32" fmla="*/ 939267 h 968019"/>
                <a:gd name="connsiteX33" fmla="*/ 747501 w 1016807"/>
                <a:gd name="connsiteY33" fmla="*/ 616687 h 968019"/>
                <a:gd name="connsiteX34" fmla="*/ 767551 w 1016807"/>
                <a:gd name="connsiteY34" fmla="*/ 613300 h 968019"/>
                <a:gd name="connsiteX35" fmla="*/ 826343 w 1016807"/>
                <a:gd name="connsiteY35" fmla="*/ 956200 h 968019"/>
                <a:gd name="connsiteX36" fmla="*/ 822313 w 1016807"/>
                <a:gd name="connsiteY36" fmla="*/ 966123 h 968019"/>
                <a:gd name="connsiteX37" fmla="*/ 816318 w 1016807"/>
                <a:gd name="connsiteY37" fmla="*/ 968020 h 96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16807" h="968019">
                  <a:moveTo>
                    <a:pt x="816318" y="968020"/>
                  </a:moveTo>
                  <a:cubicBezTo>
                    <a:pt x="814676" y="968009"/>
                    <a:pt x="813061" y="967603"/>
                    <a:pt x="811611" y="966834"/>
                  </a:cubicBezTo>
                  <a:lnTo>
                    <a:pt x="508403" y="807424"/>
                  </a:lnTo>
                  <a:lnTo>
                    <a:pt x="205194" y="966834"/>
                  </a:lnTo>
                  <a:cubicBezTo>
                    <a:pt x="200224" y="969439"/>
                    <a:pt x="194084" y="967522"/>
                    <a:pt x="191479" y="962550"/>
                  </a:cubicBezTo>
                  <a:cubicBezTo>
                    <a:pt x="190447" y="960579"/>
                    <a:pt x="190090" y="958327"/>
                    <a:pt x="190462" y="956132"/>
                  </a:cubicBezTo>
                  <a:lnTo>
                    <a:pt x="248374" y="618516"/>
                  </a:lnTo>
                  <a:lnTo>
                    <a:pt x="3078" y="379417"/>
                  </a:lnTo>
                  <a:cubicBezTo>
                    <a:pt x="-945" y="375505"/>
                    <a:pt x="-1036" y="369074"/>
                    <a:pt x="2875" y="365051"/>
                  </a:cubicBezTo>
                  <a:cubicBezTo>
                    <a:pt x="4436" y="363445"/>
                    <a:pt x="6484" y="362399"/>
                    <a:pt x="8700" y="362077"/>
                  </a:cubicBezTo>
                  <a:lnTo>
                    <a:pt x="347705" y="312835"/>
                  </a:lnTo>
                  <a:lnTo>
                    <a:pt x="499293" y="5664"/>
                  </a:lnTo>
                  <a:cubicBezTo>
                    <a:pt x="501778" y="633"/>
                    <a:pt x="507868" y="-1432"/>
                    <a:pt x="512900" y="1052"/>
                  </a:cubicBezTo>
                  <a:cubicBezTo>
                    <a:pt x="514902" y="2041"/>
                    <a:pt x="516524" y="3662"/>
                    <a:pt x="517513" y="5664"/>
                  </a:cubicBezTo>
                  <a:lnTo>
                    <a:pt x="669100" y="312835"/>
                  </a:lnTo>
                  <a:lnTo>
                    <a:pt x="1008105" y="362077"/>
                  </a:lnTo>
                  <a:cubicBezTo>
                    <a:pt x="1013660" y="362883"/>
                    <a:pt x="1017507" y="368038"/>
                    <a:pt x="1016701" y="373592"/>
                  </a:cubicBezTo>
                  <a:cubicBezTo>
                    <a:pt x="1016379" y="375807"/>
                    <a:pt x="1015333" y="377856"/>
                    <a:pt x="1013727" y="379417"/>
                  </a:cubicBezTo>
                  <a:lnTo>
                    <a:pt x="861971" y="527347"/>
                  </a:lnTo>
                  <a:lnTo>
                    <a:pt x="847781" y="512784"/>
                  </a:lnTo>
                  <a:lnTo>
                    <a:pt x="984805" y="379214"/>
                  </a:lnTo>
                  <a:lnTo>
                    <a:pt x="660803" y="332173"/>
                  </a:lnTo>
                  <a:cubicBezTo>
                    <a:pt x="657494" y="331695"/>
                    <a:pt x="654632" y="329616"/>
                    <a:pt x="653149" y="326619"/>
                  </a:cubicBezTo>
                  <a:lnTo>
                    <a:pt x="508403" y="33096"/>
                  </a:lnTo>
                  <a:lnTo>
                    <a:pt x="363555" y="326619"/>
                  </a:lnTo>
                  <a:cubicBezTo>
                    <a:pt x="362075" y="329616"/>
                    <a:pt x="359210" y="331695"/>
                    <a:pt x="355901" y="332173"/>
                  </a:cubicBezTo>
                  <a:lnTo>
                    <a:pt x="32000" y="379214"/>
                  </a:lnTo>
                  <a:lnTo>
                    <a:pt x="266392" y="607678"/>
                  </a:lnTo>
                  <a:cubicBezTo>
                    <a:pt x="268788" y="610018"/>
                    <a:pt x="269877" y="613388"/>
                    <a:pt x="269304" y="616687"/>
                  </a:cubicBezTo>
                  <a:lnTo>
                    <a:pt x="213966" y="939267"/>
                  </a:lnTo>
                  <a:lnTo>
                    <a:pt x="503661" y="786867"/>
                  </a:lnTo>
                  <a:cubicBezTo>
                    <a:pt x="506628" y="785302"/>
                    <a:pt x="510177" y="785302"/>
                    <a:pt x="513144" y="786867"/>
                  </a:cubicBezTo>
                  <a:lnTo>
                    <a:pt x="802840" y="939267"/>
                  </a:lnTo>
                  <a:lnTo>
                    <a:pt x="747501" y="616687"/>
                  </a:lnTo>
                  <a:lnTo>
                    <a:pt x="767551" y="613300"/>
                  </a:lnTo>
                  <a:lnTo>
                    <a:pt x="826343" y="956200"/>
                  </a:lnTo>
                  <a:cubicBezTo>
                    <a:pt x="826993" y="960003"/>
                    <a:pt x="825432" y="963851"/>
                    <a:pt x="822313" y="966123"/>
                  </a:cubicBezTo>
                  <a:cubicBezTo>
                    <a:pt x="820565" y="967373"/>
                    <a:pt x="818466" y="968036"/>
                    <a:pt x="816318" y="968020"/>
                  </a:cubicBezTo>
                  <a:close/>
                </a:path>
              </a:pathLst>
            </a:custGeom>
            <a:solidFill>
              <a:schemeClr val="bg1"/>
            </a:solidFill>
            <a:ln w="6350" cap="flat" cmpd="sng" algn="ctr">
              <a:solidFill>
                <a:schemeClr val="accent1"/>
              </a:solidFill>
              <a:prstDash val="solid"/>
              <a:miter lim="800000"/>
              <a:headEnd type="none" w="med" len="med"/>
              <a:tailEnd type="none" w="med" len="med"/>
            </a:ln>
          </p:spPr>
          <p:txBody>
            <a:bodyPr lIns="86868" tIns="43434" rIns="86868" bIns="43434" rtlCol="0" anchor="ctr"/>
            <a:lstStyle/>
            <a:p>
              <a:endParaRPr lang="en-US" dirty="0"/>
            </a:p>
          </p:txBody>
        </p:sp>
      </p:grpSp>
      <p:sp>
        <p:nvSpPr>
          <p:cNvPr id="48" name="Textfeld 78">
            <a:extLst>
              <a:ext uri="{FF2B5EF4-FFF2-40B4-BE49-F238E27FC236}">
                <a16:creationId xmlns:a16="http://schemas.microsoft.com/office/drawing/2014/main" id="{4254D58A-8F92-D535-F16B-4096F7E8DBF3}"/>
              </a:ext>
            </a:extLst>
          </p:cNvPr>
          <p:cNvSpPr txBox="1">
            <a:spLocks/>
          </p:cNvSpPr>
          <p:nvPr>
            <p:custDataLst>
              <p:tags r:id="rId17"/>
            </p:custDataLst>
          </p:nvPr>
        </p:nvSpPr>
        <p:spPr bwMode="gray">
          <a:xfrm>
            <a:off x="1785324" y="2258962"/>
            <a:ext cx="8735242" cy="432108"/>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a:pPr>
            <a:r>
              <a:rPr lang="en-US" sz="1520" dirty="0">
                <a:solidFill>
                  <a:schemeClr val="accent4"/>
                </a:solidFill>
                <a:ea typeface="Verdana" pitchFamily="34" charset="0"/>
              </a:rPr>
              <a:t>Example</a:t>
            </a:r>
          </a:p>
        </p:txBody>
      </p:sp>
      <mc:AlternateContent xmlns:mc="http://schemas.openxmlformats.org/markup-compatibility/2006" xmlns:p14="http://schemas.microsoft.com/office/powerpoint/2010/main">
        <mc:Choice Requires="p14">
          <p:contentPart p14:bwMode="auto" r:id="rId35">
            <p14:nvContentPartPr>
              <p14:cNvPr id="126" name="Ink 125">
                <a:extLst>
                  <a:ext uri="{FF2B5EF4-FFF2-40B4-BE49-F238E27FC236}">
                    <a16:creationId xmlns:a16="http://schemas.microsoft.com/office/drawing/2014/main" id="{269493C0-B05E-454D-A3BD-BDA4A719AED5}"/>
                  </a:ext>
                </a:extLst>
              </p14:cNvPr>
              <p14:cNvContentPartPr/>
              <p14:nvPr/>
            </p14:nvContentPartPr>
            <p14:xfrm>
              <a:off x="7012657" y="5575546"/>
              <a:ext cx="360" cy="360"/>
            </p14:xfrm>
          </p:contentPart>
        </mc:Choice>
        <mc:Fallback xmlns="">
          <p:pic>
            <p:nvPicPr>
              <p:cNvPr id="126" name="Ink 125">
                <a:extLst>
                  <a:ext uri="{FF2B5EF4-FFF2-40B4-BE49-F238E27FC236}">
                    <a16:creationId xmlns:a16="http://schemas.microsoft.com/office/drawing/2014/main" id="{4990595E-D9F0-53C1-FD3E-3576EDAC1173}"/>
                  </a:ext>
                </a:extLst>
              </p:cNvPr>
              <p:cNvPicPr/>
              <p:nvPr/>
            </p:nvPicPr>
            <p:blipFill>
              <a:blip r:embed="rId34"/>
              <a:stretch>
                <a:fillRect/>
              </a:stretch>
            </p:blipFill>
            <p:spPr>
              <a:xfrm>
                <a:off x="7006537" y="556942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27" name="Ink 126">
                <a:extLst>
                  <a:ext uri="{FF2B5EF4-FFF2-40B4-BE49-F238E27FC236}">
                    <a16:creationId xmlns:a16="http://schemas.microsoft.com/office/drawing/2014/main" id="{4FFD58B4-B632-2319-48DE-F36B8FA839C2}"/>
                  </a:ext>
                </a:extLst>
              </p14:cNvPr>
              <p14:cNvContentPartPr/>
              <p14:nvPr/>
            </p14:nvContentPartPr>
            <p14:xfrm>
              <a:off x="10543897" y="2820466"/>
              <a:ext cx="360" cy="360"/>
            </p14:xfrm>
          </p:contentPart>
        </mc:Choice>
        <mc:Fallback xmlns="">
          <p:pic>
            <p:nvPicPr>
              <p:cNvPr id="127" name="Ink 126">
                <a:extLst>
                  <a:ext uri="{FF2B5EF4-FFF2-40B4-BE49-F238E27FC236}">
                    <a16:creationId xmlns:a16="http://schemas.microsoft.com/office/drawing/2014/main" id="{8819C2F3-31AB-42D1-5726-6E20C04B2BFE}"/>
                  </a:ext>
                </a:extLst>
              </p:cNvPr>
              <p:cNvPicPr/>
              <p:nvPr/>
            </p:nvPicPr>
            <p:blipFill>
              <a:blip r:embed="rId34"/>
              <a:stretch>
                <a:fillRect/>
              </a:stretch>
            </p:blipFill>
            <p:spPr>
              <a:xfrm>
                <a:off x="10537777" y="281434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3" name="Ink 12">
                <a:extLst>
                  <a:ext uri="{FF2B5EF4-FFF2-40B4-BE49-F238E27FC236}">
                    <a16:creationId xmlns:a16="http://schemas.microsoft.com/office/drawing/2014/main" id="{FF1452A8-24B9-088A-D8BE-2592F535C9E9}"/>
                  </a:ext>
                </a:extLst>
              </p14:cNvPr>
              <p14:cNvContentPartPr/>
              <p14:nvPr/>
            </p14:nvContentPartPr>
            <p14:xfrm>
              <a:off x="10696297" y="2972866"/>
              <a:ext cx="360" cy="360"/>
            </p14:xfrm>
          </p:contentPart>
        </mc:Choice>
        <mc:Fallback xmlns="">
          <p:pic>
            <p:nvPicPr>
              <p:cNvPr id="13" name="Ink 12">
                <a:extLst>
                  <a:ext uri="{FF2B5EF4-FFF2-40B4-BE49-F238E27FC236}">
                    <a16:creationId xmlns:a16="http://schemas.microsoft.com/office/drawing/2014/main" id="{29FA2A2F-BCFC-E821-E251-8B7C88DE5CE8}"/>
                  </a:ext>
                </a:extLst>
              </p:cNvPr>
              <p:cNvPicPr/>
              <p:nvPr/>
            </p:nvPicPr>
            <p:blipFill>
              <a:blip r:embed="rId44"/>
              <a:stretch>
                <a:fillRect/>
              </a:stretch>
            </p:blipFill>
            <p:spPr>
              <a:xfrm>
                <a:off x="10690177" y="2966746"/>
                <a:ext cx="12600" cy="12600"/>
              </a:xfrm>
              <a:prstGeom prst="rect">
                <a:avLst/>
              </a:prstGeom>
            </p:spPr>
          </p:pic>
        </mc:Fallback>
      </mc:AlternateContent>
      <p:sp>
        <p:nvSpPr>
          <p:cNvPr id="4" name="Rectangle 3">
            <a:extLst>
              <a:ext uri="{FF2B5EF4-FFF2-40B4-BE49-F238E27FC236}">
                <a16:creationId xmlns:a16="http://schemas.microsoft.com/office/drawing/2014/main" id="{73842809-88F5-21DD-FD64-D980D1D77251}"/>
              </a:ext>
            </a:extLst>
          </p:cNvPr>
          <p:cNvSpPr/>
          <p:nvPr/>
        </p:nvSpPr>
        <p:spPr>
          <a:xfrm>
            <a:off x="1921397" y="2861655"/>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1</a:t>
            </a:r>
          </a:p>
        </p:txBody>
      </p:sp>
      <p:sp>
        <p:nvSpPr>
          <p:cNvPr id="5" name="Rectangle 4">
            <a:extLst>
              <a:ext uri="{FF2B5EF4-FFF2-40B4-BE49-F238E27FC236}">
                <a16:creationId xmlns:a16="http://schemas.microsoft.com/office/drawing/2014/main" id="{BCF369A8-45A9-B596-397D-4D045EE3CED0}"/>
              </a:ext>
            </a:extLst>
          </p:cNvPr>
          <p:cNvSpPr/>
          <p:nvPr/>
        </p:nvSpPr>
        <p:spPr>
          <a:xfrm>
            <a:off x="3441832" y="2865306"/>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2</a:t>
            </a:r>
          </a:p>
        </p:txBody>
      </p:sp>
      <p:sp>
        <p:nvSpPr>
          <p:cNvPr id="10" name="Rectangle 9">
            <a:extLst>
              <a:ext uri="{FF2B5EF4-FFF2-40B4-BE49-F238E27FC236}">
                <a16:creationId xmlns:a16="http://schemas.microsoft.com/office/drawing/2014/main" id="{F48FC845-B16C-6CC7-AE46-C482ECC43F8A}"/>
              </a:ext>
            </a:extLst>
          </p:cNvPr>
          <p:cNvSpPr/>
          <p:nvPr/>
        </p:nvSpPr>
        <p:spPr>
          <a:xfrm>
            <a:off x="7838825" y="2862163"/>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3</a:t>
            </a:r>
          </a:p>
        </p:txBody>
      </p:sp>
      <p:sp>
        <p:nvSpPr>
          <p:cNvPr id="14" name="Rectangle 13">
            <a:extLst>
              <a:ext uri="{FF2B5EF4-FFF2-40B4-BE49-F238E27FC236}">
                <a16:creationId xmlns:a16="http://schemas.microsoft.com/office/drawing/2014/main" id="{AFC67EE1-7157-1A02-0989-3C43FABFD930}"/>
              </a:ext>
            </a:extLst>
          </p:cNvPr>
          <p:cNvSpPr/>
          <p:nvPr/>
        </p:nvSpPr>
        <p:spPr>
          <a:xfrm>
            <a:off x="9328723" y="2865061"/>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4</a:t>
            </a:r>
          </a:p>
        </p:txBody>
      </p:sp>
    </p:spTree>
    <p:extLst>
      <p:ext uri="{BB962C8B-B14F-4D97-AF65-F5344CB8AC3E}">
        <p14:creationId xmlns:p14="http://schemas.microsoft.com/office/powerpoint/2010/main" val="2655085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AGENDAWIZARD_UPDATEPAGENUMBERS" val="1"/>
  <p:tag name="EE4P_STYLE_ID" val="9db4b81b-fec3-408f-bbf1-985bfdc403d0"/>
  <p:tag name="THINKCELLPRESENTATIONDONOTDELETE" val="&lt;?xml version=&quot;1.0&quot; encoding=&quot;UTF-16&quot; standalone=&quot;yes&quot;?&gt;&lt;root reqver=&quot;28224&quot;&gt;&lt;version val=&quot;3579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4&quot;&gt;&lt;elem m_fUsage=&quot;1.89999999999999991118E+00&quot;&gt;&lt;m_msothmcolidx val=&quot;0&quot;/&gt;&lt;m_rgb r=&quot;73&quot; g=&quot;5B&quot; b=&quot;E3&quot;/&gt;&lt;/elem&gt;&lt;elem m_fUsage=&quot;1.40049000000000001265E+00&quot;&gt;&lt;m_msothmcolidx val=&quot;0&quot;/&gt;&lt;m_rgb r=&quot;67&quot; g=&quot;76&quot; b=&quot;A9&quot;/&gt;&lt;/elem&gt;&lt;elem m_fUsage=&quot;7.29000000000000092371E-01&quot;&gt;&lt;m_msothmcolidx val=&quot;0&quot;/&gt;&lt;m_rgb r=&quot;14&quot; g=&quot;18&quot; b=&quot;24&quot;/&gt;&lt;/elem&gt;&lt;elem m_fUsage=&quot;6.56100000000000127542E-01&quot;&gt;&lt;m_msothmcolidx val=&quot;0&quot;/&gt;&lt;m_rgb r=&quot;00&quot; g=&quot;00&quot; b=&quot;7F&quot;/&gt;&lt;/elem&gt;&lt;/m_vecMRU&gt;&lt;/m_mruColor&gt;&lt;m_eweekdayFirstOfWeek val=&quot;1&quot;/&gt;&lt;m_eweekdayFirstOfWorkweek val=&quot;2&quot;/&gt;&lt;m_eweekdayFirstOfWeekend val=&quot;7&quot;/&gt;&lt;/CPresentation&gt;&lt;/root&gt;"/>
  <p:tag name="EE4P_AGENDAWIZARD" val="&lt;ee4p&gt;&lt;layouts&gt;&lt;layout name=&quot;Box 1&quot; id=&quot;1_1&quot;&gt;&lt;standard&gt;&lt;textframe horizontalAnchor=&quot;1&quot; marginBottom=&quot;6&quot; marginLeft=&quot;0&quot; marginRight=&quot;0&quot; marginTop=&quot;6&quot; orientation=&quot;1&quot; verticalAnchor=&quot;1&quot; /&gt;&lt;font name=&quot;Calibri&quot; bold=&quot;0&quot; italic=&quot;0&quot; color=&quot;13&quot; nameFarEast=&quot;&quot; nameComplexScript=&quot;&quot; /&gt;&lt;paragraphformat firstLineIndent=&quot;0&quot; leftIndent=&quot;0&quot; rightIndent=&quot;0&quot; lineRuleBefore=&quot;&quot; lineRuleWithin=&quot;&quot; lineRuleAfter=&quot;&quot; spaceBefore=&quot;&quot; spaceWithin=&quot;&quot; spaceAfter=&quot;&quot; /&gt;&lt;fill visible=&quot;0&quot; /&gt;&lt;line visible=&quot;0&quot; /&gt;&lt;shadow visible=&quot;0&quot; /&gt;&lt;bulletformat visible=&quot;0&quot; /&gt;&lt;/standard&gt;&lt;agenda name=&quot;New Agenda&quot; title=&quot;Agenda&quot; subtitle=&quot;&quot; sizingModeId=&quot;2&quot; fontSize=&quot;16&quot; fontSizeAuto=&quot;1&quot; startTime=&quot;540&quot; timeFormatId=&quot;1&quot; startItemNo=&quot;1&quot; createSingleAgendaSlide=&quot;1&quot; createSeparatingSlides=&quot;1&quot; createBackupSlide=&quot;1&quot; /&gt;&lt;columns&gt;&lt;column field=&quot;itemno&quot; label=&quot;No.&quot; checked=&quot;1&quot; leftSpacing=&quot;0&quot; rightSpacing=&quot;0&quot; dock=&quot;1&quot; fixedWidth=&quot;31.50472&quot; /&gt;&lt;column field=&quot;topic&quot; label=&quot;Topic&quot; leftSpacing=&quot;5&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40.49992&quot; top=&quot;135.25&quot; width=&quot;878.8124&quot; height=&quot;350.25&quot; /&gt;&lt;!--&#10;      &lt;subtitle&gt;&#10;        &lt;position left=&quot;31.25&quot; top=&quot;92.00031&quot; width=&quot;657.75&quot; height=&quot;19.25&quot;/&gt;&#10;        &lt;font size=&quot;16&quot;/&gt;&#10;        &lt;textframe marginBottom=&quot;0&quot; marginTop=&quot;0&quot;/&gt;&#10;        &lt;paragraphformat alignment=&quot;1&quot;/&gt;&#10;      &lt;/subtitle&gt;&#10;      --&gt;&lt;settings allowedSizingModeIds=&quot;1|2&quot; allowedFontSizes=&quot;8|9|10|10.5|11|12|14|16|18&quot; allowedTimeFormatIds=&quot;1|2|3&quot; slideLayout=&quot;11&quot; customLayoutName=&quot;Office Theme¦Agenda for EE page&quot; customLayoutIndex=&quot;&quot; showBreak=&quot;1&quot; singleAgendaSlideSelected=&quot;0&quot; backupSlideTitle=&quot;Backup: %agendaName%&quot; topMargin=&quot;0&quot; leftMargin=&quot;0&quot; allowedLevels=&quot;4&quot; itemNoFormats=&quot;{1}¦{1}.{2}¦{3:alphaLC}¦{3:alphaLC}.{4:alphaLC}&quot; customLayoutNameSingle=&quot;Office Theme¦Agenda for EE page&quot; customLayoutNameBackup=&quot;Office Theme¦Agenda for EE page&quot; /&gt;&lt;!-- Agenda item formats --&gt;&lt;cases&gt;&lt;case level=&quot;1&quot; selected=&quot;0&quot; break=&quot;0&quot; topMinSpacing=&quot;5&quot; topMaxSpacing=&quot;5&quot; bottomMinSpacing=&quot;0&quot; bottomMaxSpacing=&quot;0&quot;&gt;&lt;element field=&quot;itemno&quot; type=&quot;autoshape&quot; autoShapeType=&quot;1&quot; indent=&quot;(level-1)*(itemSingleHeight+topicLeftSpacing)&quot; indentType=&quot;1&quot;&gt;&lt;textframe marginLeft=&quot;6&quot; marginRight=&quot;6&quot; verticalAnchor=&quot;3&quot; /&gt;&lt;paragraphformat alignment=&quot;2&quot; /&gt;&lt;fill foreColor=&quot;15&quot; visible=&quot;1&quot; /&gt;&lt;font bold=&quot;1&quot; color=&quot;14&quot; /&gt;&lt;/element&gt;&lt;element field=&quot;topic&quot; type=&quot;autoshape&quot; autoShapeType=&quot;1&quot; indent=&quot;(level-1)*(itemSingleHeight+topicLeftSpacing)&quot; indentType=&quot;2&quot;&gt;&lt;paragraphformat alignment=&quot;1&quot; /&gt;&lt;textframe marginLeft=&quot;6&quot; /&gt;&lt;font bold=&quot;1&quot; /&gt;&lt;/element&gt;&lt;element field=&quot;responsible&quot; type=&quot;autoshape&quot; autoShapeType=&quot;1&quot; indent=&quot;(level-1)*(itemSingleHeight+topicLeftSpacing)&quot; indentType=&quot;1&quot;&gt;&lt;paragraphformat alignment=&quot;1&quot; /&gt;&lt;/element&gt;&lt;element field=&quot;freecolumn&quot; type=&quot;autoshape&quot; autoShapeType=&quot;1&quot; indent=&quot;(level-1)*(itemSingleHeight+topicLeftSpacing)&quot; indent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1&quot; selected=&quot;1&quot; break=&quot;0&quot; topMinSpacing=&quot;5&quot; topMaxSpacing=&quot;5&quot; bottomMinSpacing=&quot;0&quot; bottomMaxSpacing=&quot;0&quot;&gt;&lt;element type=&quot;autoshape&quot; autoShapeType=&quot;1&quot; value=&quot;&quot;&gt;&lt;position left=&quot;level*(itemSingleHeight+topicLeftSpacing)&quot; top=&quot;0&quot; width=&quot;agendaWidth-topicLeftSpacing-itemNoWidth-(level-1)*(itemSingleHeight+topicLeftSpacing)&quot; height=&quot;itemHeight&quot; /&gt;&lt;fill foreColor=&quot;#D9D9D9&quot; visible=&quot;1&quot; /&gt;&lt;/element&gt;&lt;element field=&quot;itemno&quot; type=&quot;autoshape&quot; autoShapeType=&quot;1&quot; indent=&quot;(level-1)*(itemSingleHeight+topicLeftSpacing)&quot; indentType=&quot;1&quot;&gt;&lt;textframe marginLeft=&quot;6&quot; marginRight=&quot;6&quot; verticalAnchor=&quot;3&quot; /&gt;&lt;paragraphformat alignment=&quot;2&quot; /&gt;&lt;fill foreColor=&quot;15&quot; visible=&quot;1&quot; /&gt;&lt;font bold=&quot;1&quot; color=&quot;14&quot; /&gt;&lt;/element&gt;&lt;element field=&quot;topic&quot; type=&quot;autoshape&quot; autoShapeType=&quot;1&quot; indent=&quot;(level-1)*(itemSingleHeight+topicLeftSpacing)&quot; indentType=&quot;2&quot;&gt;&lt;paragraphformat alignment=&quot;1&quot; /&gt;&lt;font bold=&quot;1&quot; /&gt;&lt;textframe marginLeft=&quot;6&quot; /&gt;&lt;/element&gt;&lt;element field=&quot;responsible&quot; type=&quot;autoshape&quot; autoShapeType=&quot;1&quot; indent=&quot;(level-1)*(itemSingleHeight+topicLeftSpacing)&quot; indentType=&quot;1&quot;&gt;&lt;paragraphformat alignment=&quot;1&quot; /&gt;&lt;/element&gt;&lt;element field=&quot;freecolumn&quot; type=&quot;autoshape&quot; autoShapeType=&quot;1&quot; indent=&quot;(level-1)*(itemSingleHeight+topicLeftSpacing)&quot; indent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1&quot; selected=&quot;0&quot; break=&quot;1&quot; topMinSpacing=&quot;5&quot; topMaxSpacing=&quot;5&quot; bottomMinSpacing=&quot;0&quot; bottomMaxSpacing=&quot;0&quot;&gt;&lt;element field=&quot;topic&quot; type=&quot;autoshape&quot; autoShapeType=&quot;1&quot; indent=&quot;(level-1)*(itemSingleHeight+topicLeftSpacing)&quot; indentType=&quot;2&quot;&gt;&lt;paragraphformat alignment=&quot;1&quot; /&gt;&lt;textframe marginLeft=&quot;6&quot; /&gt;&lt;font bold=&quot;1&quot; italic=&quot;1&quot; /&gt;&lt;/element&gt;&lt;element field=&quot;responsible&quot; type=&quot;autoshape&quot; autoShapeType=&quot;1&quot; indent=&quot;(level-1)*(itemSingleHeight+topicLeftSpacing)&quot; indentType=&quot;1&quot;&gt;&lt;paragraphformat alignment=&quot;1&quot; /&gt;&lt;font italic=&quot;1&quot; /&gt;&lt;/element&gt;&lt;element field=&quot;freecolumn&quot; type=&quot;autoshape&quot; autoShapeType=&quot;1&quot; indent=&quot;(level-1)*(itemSingleHeight+topicLeftSpacing)&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 level=&quot;1&quot; selected=&quot;1&quot; break=&quot;1&quot; topMinSpacing=&quot;5&quot; topMaxSpacing=&quot;5&quot; bottomMinSpacing=&quot;0&quot; bottomMaxSpacing=&quot;0&quot;&gt;&lt;element type=&quot;autoshape&quot; autoShapeType=&quot;1&quot; value=&quot;&quot;&gt;&lt;position left=&quot;level*(itemSingleHeight+topicLeftSpacing)&quot; top=&quot;0&quot; width=&quot;agendaWidth-topicLeftSpacing-itemNoWidth-(level-1)*(itemSingleHeight+topicLeftSpacing)&quot; height=&quot;itemHeight&quot; /&gt;&lt;fill foreColor=&quot;#D9D9D9&quot; visible=&quot;1&quot; /&gt;&lt;/element&gt;&lt;element field=&quot;topic&quot; type=&quot;autoshape&quot; autoShapeType=&quot;1&quot; indent=&quot;(level-1)*(itemSingleHeight+topicLeftSpacing)&quot; indentType=&quot;2&quot;&gt;&lt;paragraphformat alignment=&quot;1&quot; /&gt;&lt;font bold=&quot;1&quot; italic=&quot;1&quot; /&gt;&lt;textframe marginLeft=&quot;6&quot; /&gt;&lt;/element&gt;&lt;element field=&quot;responsible&quot; type=&quot;autoshape&quot; autoShapeType=&quot;1&quot; indent=&quot;(level-1)*(itemSingleHeight+topicLeftSpacing)&quot; indentType=&quot;1&quot;&gt;&lt;paragraphformat alignment=&quot;1&quot; /&gt;&lt;font italic=&quot;1&quot; /&gt;&lt;/element&gt;&lt;element field=&quot;freecolumn&quot; type=&quot;autoshape&quot; autoShapeType=&quot;1&quot; indent=&quot;(level-1)*(itemSingleHeight+topicLeftSpacing)&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s&gt;&lt;!-- Elements on slide independent of items --&gt;&lt;elements&gt;&lt;!--&#10;        &lt;element type=&quot;textbox&quot; zOrder=&quot;1&quot; value=&quot;test&quot;&gt;&#10;          &lt;position left=&quot;0&quot; top=&quot;0&quot; width=&quot;30&quot; height=&quot;30&quot;/&gt;&#10;        &lt;/element&gt;&#10;      --&gt;&lt;/elements&gt;&lt;/layout&gt;&lt;/layouts&gt;&lt;contents&gt;&lt;agenda name=&quot;New Agenda&quot; title=&quot;Agenda&quot; subtitle=&quot;&quot; sizingModeId=&quot;1&quot; fontSize=&quot;16&quot; fontSizeAuto=&quot;0&quot; startTime=&quot;540&quot; timeFormatId=&quot;1&quot; startItemNo=&quot;1&quot; createSingleAgendaSlide=&quot;0&quot; createSeparatingSlides=&quot;1&quot; createBackupSlide=&quot;0&quot; layoutId=&quot;1_1&quot; hideSeparatingSlides=&quot;0&quot; createSections=&quot;0&quot; singleSlideId=&quot;&quot; backupSlideId=&quot;&quot;&gt;&lt;columns leftSpacing=&quot;0&quot; rightSpacing=&quot;0&quot;&gt;&lt;column field=&quot;itemno&quot; label=&quot;No.&quot; checked=&quot;1&quot; leftSpacing=&quot;0&quot; rightSpacing=&quot;0&quot; dock=&quot;1&quot; fixedWidth=&quot;31.50472&quot; /&gt;&lt;column field=&quot;topic&quot; label=&quot;Topic&quot; leftSpacing=&quot;5&quot; rightDistribute=&quot;1&quot; dock=&quot;1&quot; rightSpacing=&quot;121.9505&quot; /&gt;&lt;column field=&quot;responsible&quot; label=&quot;Responsible&quot; visible=&quot;1&quot; checked=&quot;0&quot; leftSpacing=&quot;10&quot; rightDistribute=&quot;1&quot; dock=&quot;1&quot; rightSpacing=&quot;356.7733&quot; /&gt;&lt;column field=&quot;freecolumn&quot; label=&quot;Status&quot; visible=&quot;1&quot; checked=&quot;1&quot; leftSpacing=&quot;10&quot; rightDistribute=&quot;1&quot; dock=&quot;1&quot; rightSpacing=&quot;121.9505&quot; /&gt;&lt;column field=&quot;timeslot&quot; label=&quot;Time Slot&quot; visible=&quot;1&quot; checked=&quot;0&quot; leftSpacing=&quot;10&quot; rightSpacing=&quot;6&quot; dock=&quot;2&quot; /&gt;&lt;column field=&quot;pageno&quot; label=&quot;Page No.&quot; visible=&quot;1&quot; checked=&quot;1&quot; leftSpacing=&quot;10&quot; rightSpacing=&quot;6&quot; dock=&quot;2&quot; /&gt;&lt;/columns&gt;&lt;items&gt;&lt;item duration=&quot;30&quot; id=&quot;e0108cc4-718b-4d36-9898-d08591940d32&quot; parentId=&quot;&quot; level=&quot;1&quot; generateAgendaSlide=&quot;1&quot; showAgendaItem=&quot;1&quot; isBreak=&quot;0&quot; topic=&quot;Process Update&quot; agendaSlideId=&quot;43b2f11d-65b6-419d-92f5-a44638d971f0&quot; /&gt;&lt;item duration=&quot;30&quot; id=&quot;ba2db11b-2755-4154-9182-9744fcf6a167&quot; parentId=&quot;&quot; level=&quot;1&quot; generateAgendaSlide=&quot;1&quot; showAgendaItem=&quot;1&quot; isBreak=&quot;0&quot; topic=&quot;Executive Summary&quot; agendaSlideId=&quot;395a847e-4017-4797-a7f1-43d796f030c2&quot; /&gt;&lt;item duration=&quot;30&quot; id=&quot;2efd2bfc-2e5f-422e-ad6e-4a55df4fd081&quot; parentId=&quot;&quot; level=&quot;1&quot; generateAgendaSlide=&quot;1&quot; showAgendaItem=&quot;1&quot; isBreak=&quot;0&quot; topic=&quot;New Bookings Decline&quot; agendaSlideId=&quot;56f2d1ea-52ff-4307-98d1-61b3489420a1&quot; /&gt;&lt;item duration=&quot;30&quot; id=&quot;7cfb1ade-a797-4178-b576-3dad4e9b886c&quot; parentId=&quot;&quot; level=&quot;1&quot; generateAgendaSlide=&quot;1&quot; showAgendaItem=&quot;1&quot; isBreak=&quot;0&quot; topic=&quot;Competitive Pressures&quot; agendaSlideId=&quot;0955fd8f-1f5b-447b-a903-3a5e5ed84194&quot; /&gt;&lt;item duration=&quot;30&quot; id=&quot;da091fe0-065d-4b5d-ba06-831496afd4d7&quot; parentId=&quot;7cfb1ade-a797-4178-b576-3dad4e9b886c&quot; level=&quot;2&quot; generateAgendaSlide=&quot;1&quot; showAgendaItem=&quot;1&quot; isBreak=&quot;0&quot; topic=&quot;Strategies of VM/EM Players&quot; agendaSlideId=&quot;6ab39f12-346e-4ab3-92a0-59f0ca99090f&quot; /&gt;&lt;item duration=&quot;30&quot; id=&quot;1043b496-b07e-4891-aeb4-2b9e98baa068&quot; parentId=&quot;7cfb1ade-a797-4178-b576-3dad4e9b886c&quot; level=&quot;2&quot; generateAgendaSlide=&quot;1&quot; showAgendaItem=&quot;1&quot; isBreak=&quot;0&quot; topic=&quot;Wider Universe of Competitors&quot; agendaSlideId=&quot;6617ce08-0982-42aa-833b-86d6fb49d373&quot; /&gt;&lt;item duration=&quot;30&quot; id=&quot;59cf7589-f4e5-4cfb-a653-5353ffbd6495&quot; parentId=&quot;&quot; level=&quot;1&quot; generateAgendaSlide=&quot;1&quot; showAgendaItem=&quot;1&quot; isBreak=&quot;0&quot; topic=&quot;Pricing Strategies&quot; agendaSlideId=&quot;74ff5abd-4d99-4cb4-b338-74364485dde1&quot; /&gt;&lt;item duration=&quot;30&quot; id=&quot;7f1ee072-fc1f-47e8-9631-92e7b52d56c7&quot; parentId=&quot;&quot; level=&quot;1&quot; generateAgendaSlide=&quot;1&quot; showAgendaItem=&quot;1&quot; isBreak=&quot;0&quot; topic=&quot;Retention Diagnostics&quot; agendaSlideId=&quot;f2309c6c-2459-4f8f-8141-dfedfe300965&quot; /&gt;&lt;item duration=&quot;30&quot; id=&quot;b0f3ba08-db2c-4caa-ba6b-434d0015b69f&quot; parentId=&quot;&quot; level=&quot;1&quot; generateAgendaSlide=&quot;1&quot; showAgendaItem=&quot;1&quot; isBreak=&quot;0&quot; topic=&quot;Appendix: Analyses from Phase I&quot; agendaSlideId=&quot;b23ff1bb-df6a-4988-8f50-077a9fc09c99&quot; /&gt;&lt;/items&gt;&lt;/agenda&gt;&lt;agenda name=&quot;New Agenda&quot; title=&quot;Agenda&quot; subtitle=&quot;&quot; sizingModeId=&quot;2&quot; fontSize=&quot;16&quot; fontSizeAuto=&quot;1&quot; startTime=&quot;540&quot; timeFormatId=&quot;1&quot; startItemNo=&quot;1&quot; createSingleAgendaSlide=&quot;1&quot; createSeparatingSlides=&quot;1&quot; createBackupSlide=&quot;1&quot; layoutId=&quot;1_1&quot; hideSeparatingSlides=&quot;0&quot; createSections=&quot;0&quot;&gt;&lt;columns&gt;&lt;column field=&quot;itemno&quot; label=&quot;No.&quot; checked=&quot;1&quot; leftSpacing=&quot;0&quot; rightSpacing=&quot;0&quot; dock=&quot;1&quot; fixedWidth=&quot;31.50472&quot; /&gt;&lt;column field=&quot;topic&quot; label=&quot;Topic&quot; leftSpacing=&quot;5&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items /&gt;&lt;/agenda&gt;&lt;/contents&gt;&lt;/ee4p&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5"/>
</p:tagLst>
</file>

<file path=ppt/tags/tag8.xml><?xml version="1.0" encoding="utf-8"?>
<p:tagLst xmlns:a="http://schemas.openxmlformats.org/drawingml/2006/main" xmlns:r="http://schemas.openxmlformats.org/officeDocument/2006/relationships" xmlns:p="http://schemas.openxmlformats.org/presentationml/2006/main">
  <p:tag name="EE4P_TEMPLATESTYLE" val="5"/>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EE4P_TEMPLATESTYLE" val="5"/>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PageNo"/>
  <p:tag name="EE4P_AGENDAWIZARD_PROPERTIES" val="910.2094/435.7879/8.20441/31.50472"/>
  <p:tag name="EE4P_AGENDAWIZARD_CONTENT" val="/111"/>
</p:tagLst>
</file>

<file path=ppt/tags/tag17.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FreeColumn"/>
  <p:tag name="EE4P_AGENDAWIZARD_PROPERTIES" val="578.0435/435.7879/0.00511811/31.50472"/>
</p:tagLst>
</file>

<file path=ppt/tags/tag18.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Topic"/>
  <p:tag name="EE4P_AGENDAWIZARD_CONTENT" val="/Appendix"/>
  <p:tag name="EE4P_AGENDAWIZARD_PROPERTIES" val="71.26323/435.7879/174.6194/31.50472"/>
</p:tagLst>
</file>

<file path=ppt/tags/tag19.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ItemNo"/>
  <p:tag name="EE4P_AGENDAWIZARD_CONTENT" val="/6"/>
  <p:tag name="EE4P_AGENDAWIZARD_PROPERTIES" val="34.7585/435.7879/31.50472/31.50472"/>
</p:tagLst>
</file>

<file path=ppt/tags/tag20.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PageNo"/>
  <p:tag name="EE4P_AGENDAWIZARD_PROPERTIES" val="910.2094/399.2831/8.20441/31.50472"/>
  <p:tag name="EE4P_AGENDAWIZARD_CONTENT" val="/110"/>
</p:tagLst>
</file>

<file path=ppt/tags/tag21.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FreeColumn"/>
  <p:tag name="EE4P_AGENDAWIZARD_PROPERTIES" val="578.0435/399.2831/0.00511811/31.50472"/>
</p:tagLst>
</file>

<file path=ppt/tags/tag22.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Topic"/>
  <p:tag name="EE4P_AGENDAWIZARD_CONTENT" val="/Customer"/>
  <p:tag name="EE4P_AGENDAWIZARD_PROPERTIES" val="71.26323/399.2831/174.6194/31.50472"/>
</p:tagLst>
</file>

<file path=ppt/tags/tag23.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ItemNo"/>
  <p:tag name="EE4P_AGENDAWIZARD_CONTENT" val="/5"/>
  <p:tag name="EE4P_AGENDAWIZARD_PROPERTIES" val="34.7585/399.2831/31.50472/31.50472"/>
</p:tagLst>
</file>

<file path=ppt/tags/tag24.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PageNo"/>
  <p:tag name="EE4P_AGENDAWIZARD_PROPERTIES" val="910.2094/362.7784/8.20441/31.5048"/>
  <p:tag name="EE4P_AGENDAWIZARD_CONTENT" val="/109"/>
</p:tagLst>
</file>

<file path=ppt/tags/tag25.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FreeColumn"/>
  <p:tag name="EE4P_AGENDAWIZARD_PROPERTIES" val="578.0435/362.7784/0.00511811/31.5048"/>
</p:tagLst>
</file>

<file path=ppt/tags/tag26.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Topic"/>
  <p:tag name="EE4P_AGENDAWIZARD_CONTENT" val="/Competitor"/>
  <p:tag name="EE4P_AGENDAWIZARD_PROPERTIES" val="71.26323/362.7784/174.6194/31.5048"/>
</p:tagLst>
</file>

<file path=ppt/tags/tag27.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ItemNo"/>
  <p:tag name="EE4P_AGENDAWIZARD_CONTENT" val="/4"/>
  <p:tag name="EE4P_AGENDAWIZARD_PROPERTIES" val="34.7585/362.7784/31.50472/31.5048"/>
</p:tagLst>
</file>

<file path=ppt/tags/tag28.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PageNo"/>
  <p:tag name="EE4P_AGENDAWIZARD_PROPERTIES" val="910.2094/326.2736/8.20441/31.50472"/>
  <p:tag name="EE4P_AGENDAWIZARD_CONTENT" val="/108"/>
</p:tagLst>
</file>

<file path=ppt/tags/tag29.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FreeColumn"/>
  <p:tag name="EE4P_AGENDAWIZARD_PROPERTIES" val="578.0435/326.2736/0.00511811/31.50472"/>
</p:tagLst>
</file>

<file path=ppt/tags/tag30.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Topic"/>
  <p:tag name="EE4P_AGENDAWIZARD_CONTENT" val="/Scenarios"/>
  <p:tag name="EE4P_AGENDAWIZARD_PROPERTIES" val="107.768/326.2736/138.1147/31.50472"/>
</p:tagLst>
</file>

<file path=ppt/tags/tag31.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ItemNo"/>
  <p:tag name="EE4P_AGENDAWIZARD_CONTENT" val="/3.3"/>
  <p:tag name="EE4P_AGENDAWIZARD_PROPERTIES" val="71.26323/326.2736/31.50472/31.50472"/>
</p:tagLst>
</file>

<file path=ppt/tags/tag32.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PageNo"/>
  <p:tag name="EE4P_AGENDAWIZARD_PROPERTIES" val="910.2094/289.7689/8.20441/31.50472"/>
  <p:tag name="EE4P_AGENDAWIZARD_CONTENT" val="/107"/>
</p:tagLst>
</file>

<file path=ppt/tags/tag33.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FreeColumn"/>
  <p:tag name="EE4P_AGENDAWIZARD_PROPERTIES" val="578.0435/289.7689/0.00511811/31.50472"/>
</p:tagLst>
</file>

<file path=ppt/tags/tag34.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Topic"/>
  <p:tag name="EE4P_AGENDAWIZARD_CONTENT" val="/Growth"/>
  <p:tag name="EE4P_AGENDAWIZARD_PROPERTIES" val="107.768/289.7689/138.1147/31.50472"/>
</p:tagLst>
</file>

<file path=ppt/tags/tag35.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ItemNo"/>
  <p:tag name="EE4P_AGENDAWIZARD_CONTENT" val="/3.2"/>
  <p:tag name="EE4P_AGENDAWIZARD_PROPERTIES" val="71.26323/289.7689/31.50472/31.50472"/>
</p:tagLst>
</file>

<file path=ppt/tags/tag36.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PageNo"/>
  <p:tag name="EE4P_AGENDAWIZARD_PROPERTIES" val="910.2094/253.2642/8.20441/31.50472"/>
  <p:tag name="EE4P_AGENDAWIZARD_CONTENT" val="/106"/>
</p:tagLst>
</file>

<file path=ppt/tags/tag37.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FreeColumn"/>
  <p:tag name="EE4P_AGENDAWIZARD_PROPERTIES" val="578.0435/253.2642/0.00511811/31.50472"/>
</p:tagLst>
</file>

<file path=ppt/tags/tag38.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Topic"/>
  <p:tag name="EE4P_AGENDAWIZARD_CONTENT" val="/Size"/>
  <p:tag name="EE4P_AGENDAWIZARD_PROPERTIES" val="107.768/253.2642/138.1147/31.50472"/>
</p:tagLst>
</file>

<file path=ppt/tags/tag39.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ItemNo"/>
  <p:tag name="EE4P_AGENDAWIZARD_CONTENT" val="/3.1"/>
  <p:tag name="EE4P_AGENDAWIZARD_PROPERTIES" val="71.26323/253.2642/31.50472/31.50472"/>
</p:tagLst>
</file>

<file path=ppt/tags/tag40.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PageNo"/>
  <p:tag name="EE4P_AGENDAWIZARD_PROPERTIES" val="910.2094/216.7594/8.20441/31.50472"/>
  <p:tag name="EE4P_AGENDAWIZARD_CONTENT" val="/105"/>
</p:tagLst>
</file>

<file path=ppt/tags/tag41.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FreeColumn"/>
  <p:tag name="EE4P_AGENDAWIZARD_PROPERTIES" val="578.0435/216.7594/0.00511811/31.50472"/>
</p:tagLst>
</file>

<file path=ppt/tags/tag42.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Topic"/>
  <p:tag name="EE4P_AGENDAWIZARD_CONTENT" val="/Market"/>
  <p:tag name="EE4P_AGENDAWIZARD_PROPERTIES" val="71.26323/216.7594/174.6194/31.50472"/>
</p:tagLst>
</file>

<file path=ppt/tags/tag43.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ItemNo"/>
  <p:tag name="EE4P_AGENDAWIZARD_CONTENT" val="/3"/>
  <p:tag name="EE4P_AGENDAWIZARD_PROPERTIES" val="34.7585/216.7594/31.50472/31.50472"/>
</p:tagLst>
</file>

<file path=ppt/tags/tag44.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PageNo"/>
  <p:tag name="EE4P_AGENDAWIZARD_PROPERTIES" val="910.2094/180.2547/8.20441/31.50472"/>
  <p:tag name="EE4P_AGENDAWIZARD_CONTENT" val="/104"/>
</p:tagLst>
</file>

<file path=ppt/tags/tag45.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FreeColumn"/>
  <p:tag name="EE4P_AGENDAWIZARD_PROPERTIES" val="578.0435/180.2547/0.00511811/31.50472"/>
</p:tagLst>
</file>

<file path=ppt/tags/tag46.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Topic"/>
  <p:tag name="EE4P_AGENDAWIZARD_CONTENT" val="/Executive Summary"/>
  <p:tag name="EE4P_AGENDAWIZARD_PROPERTIES" val="71.26323/180.2547/174.6194/31.50472"/>
</p:tagLst>
</file>

<file path=ppt/tags/tag47.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ItemNo"/>
  <p:tag name="EE4P_AGENDAWIZARD_CONTENT" val="/2"/>
  <p:tag name="EE4P_AGENDAWIZARD_PROPERTIES" val="34.7585/180.2547/31.50472/31.50472"/>
</p:tagLst>
</file>

<file path=ppt/tags/tag48.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Element"/>
</p:tagLst>
</file>

<file path=ppt/tags/tag49.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PageNo"/>
  <p:tag name="EE4P_AGENDAWIZARD_PROPERTIES" val="910.2094/143.75/8.20441/31.50472"/>
  <p:tag name="EE4P_AGENDAWIZARD_CONTENT" val="/103"/>
</p:tagLst>
</file>

<file path=ppt/tags/tag50.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FreeColumn"/>
  <p:tag name="EE4P_AGENDAWIZARD_PROPERTIES" val="578.0435/143.75/0.00511811/31.50472"/>
</p:tagLst>
</file>

<file path=ppt/tags/tag51.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Topic"/>
  <p:tag name="EE4P_AGENDAWIZARD_CONTENT" val="/Process Update"/>
  <p:tag name="EE4P_AGENDAWIZARD_PROPERTIES" val="71.26323/143.75/174.6194/31.50472"/>
</p:tagLst>
</file>

<file path=ppt/tags/tag52.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ItemNo"/>
  <p:tag name="EE4P_AGENDAWIZARD_CONTENT" val="/1"/>
  <p:tag name="EE4P_AGENDAWIZARD_PROPERTIES" val="34.7585/143.75/31.50472/31.50472"/>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CI_IGNORE1" val="CICheckShapeColors@1p337s75"/>
</p:tagLst>
</file>

<file path=ppt/tags/tag56.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57.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58.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59.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0.xml><?xml version="1.0" encoding="utf-8"?>
<p:tagLst xmlns:a="http://schemas.openxmlformats.org/drawingml/2006/main" xmlns:r="http://schemas.openxmlformats.org/officeDocument/2006/relationships" xmlns:p="http://schemas.openxmlformats.org/presentationml/2006/main">
  <p:tag name="CI_IGNORE1" val="CICheckShapeColors@1p337s75"/>
</p:tagLst>
</file>

<file path=ppt/tags/tag61.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2.xml><?xml version="1.0" encoding="utf-8"?>
<p:tagLst xmlns:a="http://schemas.openxmlformats.org/drawingml/2006/main" xmlns:r="http://schemas.openxmlformats.org/officeDocument/2006/relationships" xmlns:p="http://schemas.openxmlformats.org/presentationml/2006/main">
  <p:tag name="CI_IGNORE1" val="CICheckShapeColors@1p337s170"/>
</p:tagLst>
</file>

<file path=ppt/tags/tag63.xml><?xml version="1.0" encoding="utf-8"?>
<p:tagLst xmlns:a="http://schemas.openxmlformats.org/drawingml/2006/main" xmlns:r="http://schemas.openxmlformats.org/officeDocument/2006/relationships" xmlns:p="http://schemas.openxmlformats.org/presentationml/2006/main">
  <p:tag name="CI_IGNORE1" val="CICheckShapeColors@1p337s171"/>
</p:tagLst>
</file>

<file path=ppt/tags/tag64.xml><?xml version="1.0" encoding="utf-8"?>
<p:tagLst xmlns:a="http://schemas.openxmlformats.org/drawingml/2006/main" xmlns:r="http://schemas.openxmlformats.org/officeDocument/2006/relationships" xmlns:p="http://schemas.openxmlformats.org/presentationml/2006/main">
  <p:tag name="CI_IGNORE1" val="CICheckShapeColors@1p337s184"/>
</p:tagLst>
</file>

<file path=ppt/tags/tag65.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6.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7.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8.xml><?xml version="1.0" encoding="utf-8"?>
<p:tagLst xmlns:a="http://schemas.openxmlformats.org/drawingml/2006/main" xmlns:r="http://schemas.openxmlformats.org/officeDocument/2006/relationships" xmlns:p="http://schemas.openxmlformats.org/presentationml/2006/main">
  <p:tag name="CI_IGNORE1" val="CICheckShapeColors@1p337s75"/>
</p:tagLst>
</file>

<file path=ppt/tags/tag69.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0.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71.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2.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3.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4.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5.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6.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heme/theme1.xml><?xml version="1.0" encoding="utf-8"?>
<a:theme xmlns:a="http://schemas.openxmlformats.org/drawingml/2006/main" name="Office Theme">
  <a:themeElements>
    <a:clrScheme name="Solvea 1">
      <a:dk1>
        <a:sysClr val="windowText" lastClr="000000"/>
      </a:dk1>
      <a:lt1>
        <a:sysClr val="window" lastClr="FFFFFF"/>
      </a:lt1>
      <a:dk2>
        <a:srgbClr val="293048"/>
      </a:dk2>
      <a:lt2>
        <a:srgbClr val="E8E8E8"/>
      </a:lt2>
      <a:accent1>
        <a:srgbClr val="0000FF"/>
      </a:accent1>
      <a:accent2>
        <a:srgbClr val="1A36B4"/>
      </a:accent2>
      <a:accent3>
        <a:srgbClr val="6D9EEB"/>
      </a:accent3>
      <a:accent4>
        <a:srgbClr val="ADDAFF"/>
      </a:accent4>
      <a:accent5>
        <a:srgbClr val="AD99FF"/>
      </a:accent5>
      <a:accent6>
        <a:srgbClr val="CDC9FE"/>
      </a:accent6>
      <a:hlink>
        <a:srgbClr val="0000FF"/>
      </a:hlink>
      <a:folHlink>
        <a:srgbClr val="0000FF"/>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41426</TotalTime>
  <Words>41</Words>
  <Application>Microsoft Macintosh PowerPoint</Application>
  <PresentationFormat>Widescreen</PresentationFormat>
  <Paragraphs>35</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Aptos</vt:lpstr>
      <vt:lpstr>Arial</vt:lpstr>
      <vt:lpstr>Calibri</vt:lpstr>
      <vt:lpstr>Verdana</vt:lpstr>
      <vt:lpstr>Office Theme</vt:lpstr>
      <vt:lpstr>think-cell Slide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Amartya Maheshwari</dc:creator>
  <cp:lastModifiedBy>Sheng Ho</cp:lastModifiedBy>
  <cp:revision>697</cp:revision>
  <cp:lastPrinted>2000-01-01T08:00:00Z</cp:lastPrinted>
  <dcterms:created xsi:type="dcterms:W3CDTF">2025-09-30T23:12:08Z</dcterms:created>
  <dcterms:modified xsi:type="dcterms:W3CDTF">2025-12-05T03:56:19Z</dcterms:modified>
</cp:coreProperties>
</file>
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marL="457200" indent="-457200">
              <a:buChar char="•"/>
            </a:pPr>
            <a:r>
              <a:t>$XXk annual software spend, split by XX per segment</a:t>
            </a:r>
          </a:p>
          <a:p>
            <a:pPr marL="457200" indent="-457200">
              <a:buAutoNum type="arabicPeriod"/>
            </a:pPr>
            <a:r>
              <a:t>First action item</a:t>
            </a:r>
          </a:p>
          <a:p>
            <a:pPr/>
            <a:r>
              <a:t>Second action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